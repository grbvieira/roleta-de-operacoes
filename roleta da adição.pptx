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FF00"/>
    <a:srgbClr val="6600CC"/>
    <a:srgbClr val="00FFFF"/>
    <a:srgbClr val="FF00FF"/>
    <a:srgbClr val="0000FF"/>
    <a:srgbClr val="99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4F8981-E2AB-47D1-B36F-2DEA41DA8F57}" v="9" dt="2026-09-09T02:16:06.75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8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notesMaster" Target="notesMasters/notesMaster1.xml"/><Relationship Id="rId1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naldo macedo vieira" userId="fa2db2bf581d9c83" providerId="LiveId" clId="{4A1C1128-8EBB-4EE7-8C52-14F8B81D4C1C}"/>
    <pc:docChg chg="undo custSel modSld">
      <pc:chgData name="arnaldo macedo vieira" userId="fa2db2bf581d9c83" providerId="LiveId" clId="{4A1C1128-8EBB-4EE7-8C52-14F8B81D4C1C}" dt="2026-09-09T02:16:06.756" v="22"/>
      <pc:docMkLst>
        <pc:docMk/>
      </pc:docMkLst>
      <pc:sldChg chg="addSp delSp modSp mod addAnim delAnim modAnim">
        <pc:chgData name="arnaldo macedo vieira" userId="fa2db2bf581d9c83" providerId="LiveId" clId="{4A1C1128-8EBB-4EE7-8C52-14F8B81D4C1C}" dt="2026-09-09T02:16:06.756" v="22"/>
        <pc:sldMkLst>
          <pc:docMk/>
          <pc:sldMk cId="2710211812" sldId="258"/>
        </pc:sldMkLst>
        <pc:spChg chg="add del mod">
          <ac:chgData name="arnaldo macedo vieira" userId="fa2db2bf581d9c83" providerId="LiveId" clId="{4A1C1128-8EBB-4EE7-8C52-14F8B81D4C1C}" dt="2026-09-09T02:15:05.287" v="17" actId="478"/>
          <ac:spMkLst>
            <pc:docMk/>
            <pc:sldMk cId="2710211812" sldId="258"/>
            <ac:spMk id="3" creationId="{99F92338-7747-D2DE-D800-CEF1B68AD0E8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Planilha1!$B$1</c:f>
              <c:strCache>
                <c:ptCount val="1"/>
                <c:pt idx="0">
                  <c:v>Vendas</c:v>
                </c:pt>
              </c:strCache>
            </c:strRef>
          </c:tx>
          <c:dPt>
            <c:idx val="0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1D1A-40DD-9902-2DEF24358C44}"/>
              </c:ext>
            </c:extLst>
          </c:dPt>
          <c:dPt>
            <c:idx val="1"/>
            <c:bubble3D val="0"/>
            <c:spPr>
              <a:solidFill>
                <a:srgbClr val="FF00F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0B3-4147-A8DB-DC7F5892E801}"/>
              </c:ext>
            </c:extLst>
          </c:dPt>
          <c:dPt>
            <c:idx val="2"/>
            <c:bubble3D val="0"/>
            <c:spPr>
              <a:solidFill>
                <a:srgbClr val="FFFF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A-1D1A-40DD-9902-2DEF24358C44}"/>
              </c:ext>
            </c:extLst>
          </c:dPt>
          <c:dPt>
            <c:idx val="3"/>
            <c:bubble3D val="0"/>
            <c:spPr>
              <a:solidFill>
                <a:srgbClr val="00FFF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1D1A-40DD-9902-2DEF24358C44}"/>
              </c:ext>
            </c:extLst>
          </c:dPt>
          <c:dPt>
            <c:idx val="4"/>
            <c:bubble3D val="0"/>
            <c:spPr>
              <a:solidFill>
                <a:srgbClr val="00FF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1D1A-40DD-9902-2DEF24358C44}"/>
              </c:ext>
            </c:extLst>
          </c:dPt>
          <c:dPt>
            <c:idx val="5"/>
            <c:bubble3D val="0"/>
            <c:spPr>
              <a:solidFill>
                <a:srgbClr val="00FFF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1D1A-40DD-9902-2DEF24358C44}"/>
              </c:ext>
            </c:extLst>
          </c:dPt>
          <c:dPt>
            <c:idx val="6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6-1D1A-40DD-9902-2DEF24358C44}"/>
              </c:ext>
            </c:extLst>
          </c:dPt>
          <c:dPt>
            <c:idx val="7"/>
            <c:bubble3D val="0"/>
            <c:spPr>
              <a:solidFill>
                <a:srgbClr val="FFFF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D1A-40DD-9902-2DEF24358C44}"/>
              </c:ext>
            </c:extLst>
          </c:dPt>
          <c:dPt>
            <c:idx val="8"/>
            <c:bubble3D val="0"/>
            <c:spPr>
              <a:solidFill>
                <a:srgbClr val="FF00F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1D1A-40DD-9902-2DEF24358C44}"/>
              </c:ext>
            </c:extLst>
          </c:dPt>
          <c:dPt>
            <c:idx val="9"/>
            <c:bubble3D val="0"/>
            <c:spPr>
              <a:solidFill>
                <a:srgbClr val="00FF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D1A-40DD-9902-2DEF24358C44}"/>
              </c:ext>
            </c:extLst>
          </c:dPt>
          <c:cat>
            <c:strRef>
              <c:f>Planilha1!$A$2:$A$11</c:f>
              <c:strCache>
                <c:ptCount val="10"/>
                <c:pt idx="0">
                  <c:v>1º Tri</c:v>
                </c:pt>
                <c:pt idx="1">
                  <c:v>2º Tri</c:v>
                </c:pt>
                <c:pt idx="2">
                  <c:v>3º Tri</c:v>
                </c:pt>
                <c:pt idx="3">
                  <c:v>4º Tri</c:v>
                </c:pt>
                <c:pt idx="4">
                  <c:v>5º tri</c:v>
                </c:pt>
                <c:pt idx="5">
                  <c:v>6 tri</c:v>
                </c:pt>
                <c:pt idx="6">
                  <c:v>7 tri</c:v>
                </c:pt>
                <c:pt idx="7">
                  <c:v>8 tri</c:v>
                </c:pt>
                <c:pt idx="8">
                  <c:v>9 tri</c:v>
                </c:pt>
                <c:pt idx="9">
                  <c:v>10 tri</c:v>
                </c:pt>
              </c:strCache>
            </c:strRef>
          </c:cat>
          <c:val>
            <c:numRef>
              <c:f>Planilha1!$B$2:$B$11</c:f>
              <c:numCache>
                <c:formatCode>General</c:formatCode>
                <c:ptCount val="10"/>
                <c:pt idx="0">
                  <c:v>7</c:v>
                </c:pt>
                <c:pt idx="1">
                  <c:v>7</c:v>
                </c:pt>
                <c:pt idx="2">
                  <c:v>7</c:v>
                </c:pt>
                <c:pt idx="3">
                  <c:v>7</c:v>
                </c:pt>
                <c:pt idx="4">
                  <c:v>7</c:v>
                </c:pt>
                <c:pt idx="5">
                  <c:v>7</c:v>
                </c:pt>
                <c:pt idx="6">
                  <c:v>7</c:v>
                </c:pt>
                <c:pt idx="7">
                  <c:v>7</c:v>
                </c:pt>
                <c:pt idx="8">
                  <c:v>7</c:v>
                </c:pt>
                <c:pt idx="9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D1A-40DD-9902-2DEF24358C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Planilha1!$B$1</c:f>
              <c:strCache>
                <c:ptCount val="1"/>
                <c:pt idx="0">
                  <c:v>Vendas</c:v>
                </c:pt>
              </c:strCache>
            </c:strRef>
          </c:tx>
          <c:dPt>
            <c:idx val="0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1D1A-40DD-9902-2DEF24358C44}"/>
              </c:ext>
            </c:extLst>
          </c:dPt>
          <c:dPt>
            <c:idx val="1"/>
            <c:bubble3D val="0"/>
            <c:spPr>
              <a:solidFill>
                <a:srgbClr val="FF00F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0B3-4147-A8DB-DC7F5892E801}"/>
              </c:ext>
            </c:extLst>
          </c:dPt>
          <c:dPt>
            <c:idx val="2"/>
            <c:bubble3D val="0"/>
            <c:spPr>
              <a:solidFill>
                <a:srgbClr val="FFFF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A-1D1A-40DD-9902-2DEF24358C44}"/>
              </c:ext>
            </c:extLst>
          </c:dPt>
          <c:dPt>
            <c:idx val="3"/>
            <c:bubble3D val="0"/>
            <c:spPr>
              <a:solidFill>
                <a:srgbClr val="00FFF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1D1A-40DD-9902-2DEF24358C44}"/>
              </c:ext>
            </c:extLst>
          </c:dPt>
          <c:dPt>
            <c:idx val="4"/>
            <c:bubble3D val="0"/>
            <c:spPr>
              <a:solidFill>
                <a:srgbClr val="00FF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1D1A-40DD-9902-2DEF24358C44}"/>
              </c:ext>
            </c:extLst>
          </c:dPt>
          <c:dPt>
            <c:idx val="5"/>
            <c:bubble3D val="0"/>
            <c:spPr>
              <a:solidFill>
                <a:srgbClr val="00FFF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1D1A-40DD-9902-2DEF24358C44}"/>
              </c:ext>
            </c:extLst>
          </c:dPt>
          <c:dPt>
            <c:idx val="6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6-1D1A-40DD-9902-2DEF24358C44}"/>
              </c:ext>
            </c:extLst>
          </c:dPt>
          <c:dPt>
            <c:idx val="7"/>
            <c:bubble3D val="0"/>
            <c:spPr>
              <a:solidFill>
                <a:srgbClr val="FFFF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D1A-40DD-9902-2DEF24358C44}"/>
              </c:ext>
            </c:extLst>
          </c:dPt>
          <c:dPt>
            <c:idx val="8"/>
            <c:bubble3D val="0"/>
            <c:spPr>
              <a:solidFill>
                <a:srgbClr val="FF00F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1D1A-40DD-9902-2DEF24358C44}"/>
              </c:ext>
            </c:extLst>
          </c:dPt>
          <c:dPt>
            <c:idx val="9"/>
            <c:bubble3D val="0"/>
            <c:spPr>
              <a:solidFill>
                <a:srgbClr val="00FF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D1A-40DD-9902-2DEF24358C44}"/>
              </c:ext>
            </c:extLst>
          </c:dPt>
          <c:cat>
            <c:strRef>
              <c:f>Planilha1!$A$2:$A$11</c:f>
              <c:strCache>
                <c:ptCount val="10"/>
                <c:pt idx="0">
                  <c:v>1º Tri</c:v>
                </c:pt>
                <c:pt idx="1">
                  <c:v>2º Tri</c:v>
                </c:pt>
                <c:pt idx="2">
                  <c:v>3º Tri</c:v>
                </c:pt>
                <c:pt idx="3">
                  <c:v>4º Tri</c:v>
                </c:pt>
                <c:pt idx="4">
                  <c:v>5º tri</c:v>
                </c:pt>
                <c:pt idx="5">
                  <c:v>6 tri</c:v>
                </c:pt>
                <c:pt idx="6">
                  <c:v>7 tri</c:v>
                </c:pt>
                <c:pt idx="7">
                  <c:v>8 tri</c:v>
                </c:pt>
                <c:pt idx="8">
                  <c:v>9 tri</c:v>
                </c:pt>
                <c:pt idx="9">
                  <c:v>10 tri</c:v>
                </c:pt>
              </c:strCache>
            </c:strRef>
          </c:cat>
          <c:val>
            <c:numRef>
              <c:f>Planilha1!$B$2:$B$11</c:f>
              <c:numCache>
                <c:formatCode>General</c:formatCode>
                <c:ptCount val="10"/>
                <c:pt idx="0">
                  <c:v>7</c:v>
                </c:pt>
                <c:pt idx="1">
                  <c:v>7</c:v>
                </c:pt>
                <c:pt idx="2">
                  <c:v>7</c:v>
                </c:pt>
                <c:pt idx="3">
                  <c:v>7</c:v>
                </c:pt>
                <c:pt idx="4">
                  <c:v>7</c:v>
                </c:pt>
                <c:pt idx="5">
                  <c:v>7</c:v>
                </c:pt>
                <c:pt idx="6">
                  <c:v>7</c:v>
                </c:pt>
                <c:pt idx="7">
                  <c:v>7</c:v>
                </c:pt>
                <c:pt idx="8">
                  <c:v>7</c:v>
                </c:pt>
                <c:pt idx="9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D1A-40DD-9902-2DEF24358C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Planilha1!$B$1</c:f>
              <c:strCache>
                <c:ptCount val="1"/>
                <c:pt idx="0">
                  <c:v>Vendas</c:v>
                </c:pt>
              </c:strCache>
            </c:strRef>
          </c:tx>
          <c:dPt>
            <c:idx val="0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1D1A-40DD-9902-2DEF24358C44}"/>
              </c:ext>
            </c:extLst>
          </c:dPt>
          <c:dPt>
            <c:idx val="1"/>
            <c:bubble3D val="0"/>
            <c:spPr>
              <a:solidFill>
                <a:srgbClr val="FF00F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B0B3-4147-A8DB-DC7F5892E801}"/>
              </c:ext>
            </c:extLst>
          </c:dPt>
          <c:dPt>
            <c:idx val="2"/>
            <c:bubble3D val="0"/>
            <c:spPr>
              <a:solidFill>
                <a:srgbClr val="FFFF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A-1D1A-40DD-9902-2DEF24358C44}"/>
              </c:ext>
            </c:extLst>
          </c:dPt>
          <c:dPt>
            <c:idx val="3"/>
            <c:bubble3D val="0"/>
            <c:spPr>
              <a:solidFill>
                <a:srgbClr val="00FFF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9-1D1A-40DD-9902-2DEF24358C44}"/>
              </c:ext>
            </c:extLst>
          </c:dPt>
          <c:dPt>
            <c:idx val="4"/>
            <c:bubble3D val="0"/>
            <c:spPr>
              <a:solidFill>
                <a:srgbClr val="00FF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8-1D1A-40DD-9902-2DEF24358C44}"/>
              </c:ext>
            </c:extLst>
          </c:dPt>
          <c:dPt>
            <c:idx val="5"/>
            <c:bubble3D val="0"/>
            <c:spPr>
              <a:solidFill>
                <a:srgbClr val="00FFF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1D1A-40DD-9902-2DEF24358C44}"/>
              </c:ext>
            </c:extLst>
          </c:dPt>
          <c:dPt>
            <c:idx val="6"/>
            <c:bubble3D val="0"/>
            <c:spPr>
              <a:solidFill>
                <a:srgbClr val="FF00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6-1D1A-40DD-9902-2DEF24358C44}"/>
              </c:ext>
            </c:extLst>
          </c:dPt>
          <c:dPt>
            <c:idx val="7"/>
            <c:bubble3D val="0"/>
            <c:spPr>
              <a:solidFill>
                <a:srgbClr val="FFFF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1D1A-40DD-9902-2DEF24358C44}"/>
              </c:ext>
            </c:extLst>
          </c:dPt>
          <c:dPt>
            <c:idx val="8"/>
            <c:bubble3D val="0"/>
            <c:spPr>
              <a:solidFill>
                <a:srgbClr val="FF00FF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1D1A-40DD-9902-2DEF24358C44}"/>
              </c:ext>
            </c:extLst>
          </c:dPt>
          <c:dPt>
            <c:idx val="9"/>
            <c:bubble3D val="0"/>
            <c:spPr>
              <a:solidFill>
                <a:srgbClr val="00FF00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1D1A-40DD-9902-2DEF24358C44}"/>
              </c:ext>
            </c:extLst>
          </c:dPt>
          <c:cat>
            <c:strRef>
              <c:f>Planilha1!$A$2:$A$11</c:f>
              <c:strCache>
                <c:ptCount val="10"/>
                <c:pt idx="0">
                  <c:v>1º Tri</c:v>
                </c:pt>
                <c:pt idx="1">
                  <c:v>2º Tri</c:v>
                </c:pt>
                <c:pt idx="2">
                  <c:v>3º Tri</c:v>
                </c:pt>
                <c:pt idx="3">
                  <c:v>4º Tri</c:v>
                </c:pt>
                <c:pt idx="4">
                  <c:v>5º tri</c:v>
                </c:pt>
                <c:pt idx="5">
                  <c:v>6 tri</c:v>
                </c:pt>
                <c:pt idx="6">
                  <c:v>7 tri</c:v>
                </c:pt>
                <c:pt idx="7">
                  <c:v>8 tri</c:v>
                </c:pt>
                <c:pt idx="8">
                  <c:v>9 tri</c:v>
                </c:pt>
                <c:pt idx="9">
                  <c:v>10 tri</c:v>
                </c:pt>
              </c:strCache>
            </c:strRef>
          </c:cat>
          <c:val>
            <c:numRef>
              <c:f>Planilha1!$B$2:$B$11</c:f>
              <c:numCache>
                <c:formatCode>General</c:formatCode>
                <c:ptCount val="10"/>
                <c:pt idx="0">
                  <c:v>7</c:v>
                </c:pt>
                <c:pt idx="1">
                  <c:v>7</c:v>
                </c:pt>
                <c:pt idx="2">
                  <c:v>7</c:v>
                </c:pt>
                <c:pt idx="3">
                  <c:v>7</c:v>
                </c:pt>
                <c:pt idx="4">
                  <c:v>7</c:v>
                </c:pt>
                <c:pt idx="5">
                  <c:v>7</c:v>
                </c:pt>
                <c:pt idx="6">
                  <c:v>7</c:v>
                </c:pt>
                <c:pt idx="7">
                  <c:v>7</c:v>
                </c:pt>
                <c:pt idx="8">
                  <c:v>7</c:v>
                </c:pt>
                <c:pt idx="9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D1A-40DD-9902-2DEF24358C4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pt-B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A7A3EE-A187-472F-B6FB-C201BD9DFCC7}" type="datetimeFigureOut">
              <a:rPr lang="pt-BR" smtClean="0"/>
              <a:t>08/09/2026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AF180DA-84D7-49A8-A7F7-5E14D2AEF1A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1456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AF180DA-84D7-49A8-A7F7-5E14D2AEF1AA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913235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56CB7D-9582-4083-985A-0C1901306A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2F7A923-6F6B-4238-8C47-486BD7B087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A2A5F77-18FD-4FAE-914F-8232136DDC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E316B-1C44-46A6-8EBD-13E095ACCC7C}" type="datetimeFigureOut">
              <a:rPr lang="pt-BR" smtClean="0"/>
              <a:t>08/09/2026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BE98CF3-1A28-4B1B-907B-BDFBF1CE67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A715A6F-177C-4934-85BD-F1014FE2A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526E8-2C0F-4DD5-90E7-301DA35055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694077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841903-F1C5-44F3-8B60-4D8CEEF9F3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5ACB75C-B474-4558-B1E1-F8937FC211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0EBAC14-22D7-4983-A6B2-4FF83B1E89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E316B-1C44-46A6-8EBD-13E095ACCC7C}" type="datetimeFigureOut">
              <a:rPr lang="pt-BR" smtClean="0"/>
              <a:t>08/09/2026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4E0D89F-ED6F-43FC-BF8A-EFD90EC75A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0C71E34-50F9-4751-9AA5-F39C0704A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526E8-2C0F-4DD5-90E7-301DA35055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5982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77D4E3-F376-4D4E-9A7D-65CD4E027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2F2446-1876-4B42-B543-31E6141E1A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7905037-D983-43B1-A692-330ED1670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E316B-1C44-46A6-8EBD-13E095ACCC7C}" type="datetimeFigureOut">
              <a:rPr lang="pt-BR" smtClean="0"/>
              <a:t>08/09/2026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5245D1A-D252-4C64-900D-BDECE00F18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A93DB90-EADC-4632-A9D8-0C4F30543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526E8-2C0F-4DD5-90E7-301DA35055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0404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15474FA-76FE-4220-A320-FE4A84E41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73ED4B0-D59F-49EF-9C49-1666B686EF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FBFFBC4-F09D-47FC-9A79-47ACE3066B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E072F9C-66CE-45C9-B5E6-33B27AFF4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E316B-1C44-46A6-8EBD-13E095ACCC7C}" type="datetimeFigureOut">
              <a:rPr lang="pt-BR" smtClean="0"/>
              <a:t>08/09/2026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95CCD31-AB1D-41E7-848E-EC69A7DA0A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DEFE007-3EC1-452D-A631-C973055FA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526E8-2C0F-4DD5-90E7-301DA35055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54841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13F6BA-0B0B-4CEC-87B4-E222C7E82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49B0BE0-AE6F-4BCD-91CD-FA4E5E0AED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A3F228E-E4DF-41FE-9A21-E2602C106A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77C53C3-51AB-4950-86B4-FA38E6206D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C16D31C-A957-4F04-A922-15D7DF6170E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209C59B-B7C5-4C38-9EB1-97C3D6C17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E316B-1C44-46A6-8EBD-13E095ACCC7C}" type="datetimeFigureOut">
              <a:rPr lang="pt-BR" smtClean="0"/>
              <a:t>08/09/2026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9013D73A-65A3-4DEC-A788-FC64A6E5D3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1FF2A0F-F2ED-4286-B017-82CC71427F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526E8-2C0F-4DD5-90E7-301DA35055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0416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0BEE0B-1042-4BFE-B7CB-0BA9A741D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0898FFEA-8619-4E04-94F7-C969B2C46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E316B-1C44-46A6-8EBD-13E095ACCC7C}" type="datetimeFigureOut">
              <a:rPr lang="pt-BR" smtClean="0"/>
              <a:t>08/09/2026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9C2B1C0-C062-4EF9-8D56-7C32FAA42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9FBA164-BA68-4CAD-B600-8F6DE537A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526E8-2C0F-4DD5-90E7-301DA35055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42835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DB2314C-1250-49C6-86BB-B0E430FC9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E316B-1C44-46A6-8EBD-13E095ACCC7C}" type="datetimeFigureOut">
              <a:rPr lang="pt-BR" smtClean="0"/>
              <a:t>08/09/2026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7F58DC56-36F9-43E4-9234-69F0A72763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507F28C-8F89-4D9D-B4CA-856016E31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526E8-2C0F-4DD5-90E7-301DA35055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78937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C373626-73BA-45F9-B86B-3D4AAF6D2B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4C77159-8EE4-4077-9691-82AC434914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1C6C9A6-B67A-4764-AF88-466C5EDD2A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63EBA9A-B24F-4EF3-9F4F-06BC7DBFB5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E316B-1C44-46A6-8EBD-13E095ACCC7C}" type="datetimeFigureOut">
              <a:rPr lang="pt-BR" smtClean="0"/>
              <a:t>08/09/2026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24AFDB9-79B9-4A35-AE30-498BE7E7D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8FB2785-2646-4351-BC68-3BC866458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526E8-2C0F-4DD5-90E7-301DA35055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703379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5FAB57-74D7-45E3-AA43-46F501A80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91B1446-36C3-4603-BE93-3D8FDD6812C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CF02BE9-C8E3-4C27-9BE4-DFC4037B83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710CD42-CBA6-4267-BF91-BF6C854D1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E316B-1C44-46A6-8EBD-13E095ACCC7C}" type="datetimeFigureOut">
              <a:rPr lang="pt-BR" smtClean="0"/>
              <a:t>08/09/2026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1738AEF-C647-4803-B676-0356157BE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6F09D4D-4939-4A7C-BD2D-0C69CDD3F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526E8-2C0F-4DD5-90E7-301DA35055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82367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8E38E7C-2EC1-4F66-9573-829ECF9AD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F9E3262-4F4D-480D-9CD1-A3AD8AA1F0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ED07364-960A-4460-AB3B-BABB5C0A6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E316B-1C44-46A6-8EBD-13E095ACCC7C}" type="datetimeFigureOut">
              <a:rPr lang="pt-BR" smtClean="0"/>
              <a:t>08/09/2026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DDCB8FF-FAC7-4DF8-BEF7-04DECB4733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7799E12-FD60-458F-804B-FA8951510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526E8-2C0F-4DD5-90E7-301DA35055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79807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5E04219-E1C8-425A-BB28-9C1C262306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25F9BAE-5CF3-4047-AA33-E2DA75FD81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054F650-6D2E-4AD9-8ED6-5811EE34D8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2E316B-1C44-46A6-8EBD-13E095ACCC7C}" type="datetimeFigureOut">
              <a:rPr lang="pt-BR" smtClean="0"/>
              <a:t>08/09/2026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F0A9584-89FA-4A48-B3F0-6984FD730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4013000-9C14-40FA-9DDA-76A5D683A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2526E8-2C0F-4DD5-90E7-301DA35055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84838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B500E79-313B-4EEE-A8D0-B56703BBA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6B7E102-8283-4E1F-B59B-C883FD2D7A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6265BE-6BE3-4824-A66E-C71141DA24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A2E316B-1C44-46A6-8EBD-13E095ACCC7C}" type="datetimeFigureOut">
              <a:rPr lang="pt-BR" smtClean="0"/>
              <a:t>08/09/2026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B0A6C67-9F38-4A0C-A5CE-3B2D070F0F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1071AF6-FAAA-46BD-BB18-48FA065BD7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2526E8-2C0F-4DD5-90E7-301DA35055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88240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1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2.xml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1.jpg"/><Relationship Id="rId7" Type="http://schemas.openxmlformats.org/officeDocument/2006/relationships/chart" Target="../charts/chart3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6" descr="Menino bonito em seu caminho para a escola | Vetor Premium">
            <a:extLst>
              <a:ext uri="{FF2B5EF4-FFF2-40B4-BE49-F238E27FC236}">
                <a16:creationId xmlns:a16="http://schemas.microsoft.com/office/drawing/2014/main" id="{A0A201B7-E5AC-4933-8002-75FAC175EE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766" b="95117" l="5272" r="93291">
                        <a14:foregroundMark x1="11022" y1="13163" x2="14537" y2="39915"/>
                        <a14:foregroundMark x1="15495" y1="45011" x2="15495" y2="45011"/>
                        <a14:foregroundMark x1="51118" y1="15074" x2="50958" y2="45011"/>
                        <a14:foregroundMark x1="69010" y1="16136" x2="68051" y2="47346"/>
                        <a14:foregroundMark x1="85304" y1="16561" x2="84345" y2="47558"/>
                        <a14:foregroundMark x1="90415" y1="59660" x2="87061" y2="88960"/>
                        <a14:foregroundMark x1="69968" y1="66667" x2="69968" y2="95117"/>
                        <a14:foregroundMark x1="69968" y1="95117" x2="69968" y2="95117"/>
                        <a14:foregroundMark x1="51438" y1="60934" x2="49681" y2="85350"/>
                        <a14:foregroundMark x1="32268" y1="60297" x2="32588" y2="84926"/>
                        <a14:foregroundMark x1="14537" y1="63694" x2="12460" y2="92357"/>
                        <a14:foregroundMark x1="5751" y1="89597" x2="5751" y2="89597"/>
                        <a14:foregroundMark x1="6869" y1="84289" x2="6869" y2="84289"/>
                        <a14:foregroundMark x1="8466" y1="80042" x2="5431" y2="87686"/>
                        <a14:foregroundMark x1="27796" y1="92994" x2="35783" y2="93631"/>
                        <a14:foregroundMark x1="43610" y1="91720" x2="52077" y2="91083"/>
                        <a14:foregroundMark x1="52077" y1="91083" x2="56230" y2="92994"/>
                        <a14:foregroundMark x1="58946" y1="93418" x2="58946" y2="93631"/>
                        <a14:foregroundMark x1="53674" y1="94268" x2="53674" y2="94268"/>
                        <a14:foregroundMark x1="63578" y1="80042" x2="60703" y2="83652"/>
                        <a14:foregroundMark x1="73323" y1="78769" x2="74760" y2="84076"/>
                        <a14:foregroundMark x1="93450" y1="58386" x2="91853" y2="76221"/>
                        <a14:foregroundMark x1="86422" y1="60297" x2="81310" y2="87261"/>
                        <a14:foregroundMark x1="81310" y1="75372" x2="81150" y2="83015"/>
                        <a14:foregroundMark x1="82907" y1="62208" x2="83387" y2="68577"/>
                        <a14:foregroundMark x1="90096" y1="75584" x2="90096" y2="87473"/>
                        <a14:foregroundMark x1="90096" y1="87473" x2="91853" y2="92781"/>
                        <a14:foregroundMark x1="92492" y1="92994" x2="92492" y2="92994"/>
                        <a14:foregroundMark x1="79393" y1="89384" x2="80831" y2="91083"/>
                        <a14:foregroundMark x1="56390" y1="83015" x2="56390" y2="83015"/>
                        <a14:foregroundMark x1="56390" y1="79618" x2="55751" y2="84926"/>
                        <a14:foregroundMark x1="48243" y1="61996" x2="47923" y2="72824"/>
                        <a14:foregroundMark x1="47923" y1="72824" x2="44888" y2="84289"/>
                        <a14:foregroundMark x1="45847" y1="75584" x2="43930" y2="82590"/>
                        <a14:foregroundMark x1="46486" y1="69002" x2="45687" y2="73885"/>
                        <a14:foregroundMark x1="43131" y1="90021" x2="43131" y2="90021"/>
                        <a14:foregroundMark x1="41853" y1="91083" x2="43450" y2="92357"/>
                        <a14:foregroundMark x1="41853" y1="60934" x2="40895" y2="66667"/>
                        <a14:foregroundMark x1="40575" y1="59660" x2="43131" y2="61571"/>
                        <a14:foregroundMark x1="23323" y1="60934" x2="26518" y2="68577"/>
                        <a14:foregroundMark x1="23003" y1="59236" x2="21246" y2="61996"/>
                        <a14:foregroundMark x1="13419" y1="60934" x2="12939" y2="70701"/>
                        <a14:foregroundMark x1="10224" y1="64544" x2="18371" y2="63694"/>
                        <a14:foregroundMark x1="18371" y1="63694" x2="18530" y2="76008"/>
                        <a14:foregroundMark x1="18530" y1="76008" x2="18530" y2="76221"/>
                        <a14:foregroundMark x1="18690" y1="69639" x2="18690" y2="78769"/>
                        <a14:foregroundMark x1="19489" y1="69639" x2="19010" y2="78769"/>
                        <a14:foregroundMark x1="18530" y1="60722" x2="9585" y2="60722"/>
                        <a14:foregroundMark x1="9585" y1="60722" x2="9585" y2="72399"/>
                        <a14:foregroundMark x1="9585" y1="72399" x2="10224" y2="75372"/>
                        <a14:foregroundMark x1="31629" y1="16773" x2="31150" y2="43312"/>
                        <a14:foregroundMark x1="15815" y1="15499" x2="15815" y2="15924"/>
                        <a14:foregroundMark x1="14537" y1="18896" x2="14217" y2="22930"/>
                        <a14:foregroundMark x1="20288" y1="30573" x2="16933" y2="34820"/>
                        <a14:foregroundMark x1="20288" y1="29299" x2="21725" y2="32909"/>
                        <a14:foregroundMark x1="18530" y1="28238" x2="18530" y2="28238"/>
                        <a14:foregroundMark x1="16294" y1="20807" x2="16294" y2="20807"/>
                        <a14:foregroundMark x1="21086" y1="42675" x2="21086" y2="42675"/>
                        <a14:foregroundMark x1="19010" y1="38854" x2="19329" y2="47983"/>
                        <a14:foregroundMark x1="19968" y1="38854" x2="19968" y2="38854"/>
                        <a14:foregroundMark x1="19968" y1="37580" x2="21086" y2="41826"/>
                        <a14:foregroundMark x1="22843" y1="41826" x2="22843" y2="41826"/>
                        <a14:foregroundMark x1="11502" y1="31635" x2="12460" y2="44161"/>
                        <a14:foregroundMark x1="11022" y1="11465" x2="6230" y2="19108"/>
                        <a14:foregroundMark x1="8147" y1="12102" x2="14217" y2="11890"/>
                        <a14:foregroundMark x1="10383" y1="9766" x2="5911" y2="19108"/>
                        <a14:foregroundMark x1="5911" y1="19108" x2="7987" y2="24841"/>
                        <a14:foregroundMark x1="47444" y1="32909" x2="49681" y2="47983"/>
                        <a14:foregroundMark x1="54153" y1="30149" x2="54153" y2="41826"/>
                        <a14:foregroundMark x1="65495" y1="29936" x2="65495" y2="39490"/>
                        <a14:foregroundMark x1="79872" y1="32272" x2="78115" y2="42251"/>
                        <a14:foregroundMark x1="31310" y1="46285" x2="38339" y2="41614"/>
                        <a14:foregroundMark x1="25719" y1="40977" x2="26837" y2="45648"/>
                        <a14:foregroundMark x1="25080" y1="43949" x2="25080" y2="43949"/>
                        <a14:foregroundMark x1="25080" y1="42675" x2="25080" y2="42675"/>
                        <a14:foregroundMark x1="24760" y1="41826" x2="24760" y2="418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227" t="6039" r="7071" b="51800"/>
          <a:stretch/>
        </p:blipFill>
        <p:spPr bwMode="auto">
          <a:xfrm>
            <a:off x="3384173" y="5387941"/>
            <a:ext cx="2589802" cy="1229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silly wave">
            <a:extLst>
              <a:ext uri="{FF2B5EF4-FFF2-40B4-BE49-F238E27FC236}">
                <a16:creationId xmlns:a16="http://schemas.microsoft.com/office/drawing/2014/main" id="{98D3F303-E691-4F00-8E73-16B7F50B12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750" y="1752606"/>
            <a:ext cx="3790950" cy="4878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7" name="Agrupar 26">
            <a:extLst>
              <a:ext uri="{FF2B5EF4-FFF2-40B4-BE49-F238E27FC236}">
                <a16:creationId xmlns:a16="http://schemas.microsoft.com/office/drawing/2014/main" id="{29CECBF7-2FE6-466D-BE1B-C8D3943D900F}"/>
              </a:ext>
            </a:extLst>
          </p:cNvPr>
          <p:cNvGrpSpPr/>
          <p:nvPr/>
        </p:nvGrpSpPr>
        <p:grpSpPr>
          <a:xfrm>
            <a:off x="3391272" y="0"/>
            <a:ext cx="7588235" cy="5461348"/>
            <a:chOff x="3352684" y="320560"/>
            <a:chExt cx="8128000" cy="5418667"/>
          </a:xfrm>
        </p:grpSpPr>
        <p:graphicFrame>
          <p:nvGraphicFramePr>
            <p:cNvPr id="9" name="Gráfico 8">
              <a:extLst>
                <a:ext uri="{FF2B5EF4-FFF2-40B4-BE49-F238E27FC236}">
                  <a16:creationId xmlns:a16="http://schemas.microsoft.com/office/drawing/2014/main" id="{30F7BF17-FBFD-40D6-A60E-8B0D60CE6303}"/>
                </a:ext>
              </a:extLst>
            </p:cNvPr>
            <p:cNvGraphicFramePr/>
            <p:nvPr>
              <p:extLst>
                <p:ext uri="{D42A27DB-BD31-4B8C-83A1-F6EECF244321}">
                  <p14:modId xmlns:p14="http://schemas.microsoft.com/office/powerpoint/2010/main" val="3853484763"/>
                </p:ext>
              </p:extLst>
            </p:nvPr>
          </p:nvGraphicFramePr>
          <p:xfrm>
            <a:off x="3352684" y="320560"/>
            <a:ext cx="8128000" cy="5418667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DCEEAA9F-6DB8-4766-BB73-5D2671D5171B}"/>
                </a:ext>
              </a:extLst>
            </p:cNvPr>
            <p:cNvGrpSpPr/>
            <p:nvPr/>
          </p:nvGrpSpPr>
          <p:grpSpPr>
            <a:xfrm>
              <a:off x="4832849" y="748446"/>
              <a:ext cx="5154156" cy="4518358"/>
              <a:chOff x="4880145" y="865112"/>
              <a:chExt cx="5154156" cy="4518358"/>
            </a:xfrm>
          </p:grpSpPr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1359FFB8-8163-4756-946F-47C9A2E9343A}"/>
                  </a:ext>
                </a:extLst>
              </p:cNvPr>
              <p:cNvSpPr txBox="1"/>
              <p:nvPr/>
            </p:nvSpPr>
            <p:spPr>
              <a:xfrm rot="2386048">
                <a:off x="5146316" y="1916764"/>
                <a:ext cx="1740445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3 + 3 =</a:t>
                </a:r>
              </a:p>
            </p:txBody>
          </p:sp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2AA2C9DB-B9AB-4D8A-9089-EF6DC6524DFE}"/>
                  </a:ext>
                </a:extLst>
              </p:cNvPr>
              <p:cNvSpPr txBox="1"/>
              <p:nvPr/>
            </p:nvSpPr>
            <p:spPr>
              <a:xfrm rot="4664512">
                <a:off x="6196053" y="1299234"/>
                <a:ext cx="145302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4 + 3 =</a:t>
                </a:r>
              </a:p>
            </p:txBody>
          </p:sp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5EB114AD-3675-4120-8AFA-3986BF3C468E}"/>
                  </a:ext>
                </a:extLst>
              </p:cNvPr>
              <p:cNvSpPr txBox="1"/>
              <p:nvPr/>
            </p:nvSpPr>
            <p:spPr>
              <a:xfrm rot="14677954">
                <a:off x="7304668" y="4364572"/>
                <a:ext cx="145302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9 + 3 =</a:t>
                </a:r>
              </a:p>
            </p:txBody>
          </p:sp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910AEF1C-BF08-488A-B379-FDF6F5F6A5E8}"/>
                  </a:ext>
                </a:extLst>
              </p:cNvPr>
              <p:cNvSpPr txBox="1"/>
              <p:nvPr/>
            </p:nvSpPr>
            <p:spPr>
              <a:xfrm rot="17468963">
                <a:off x="6009017" y="4105068"/>
                <a:ext cx="1891075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10 + 3 =</a:t>
                </a:r>
              </a:p>
            </p:txBody>
          </p:sp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60C48E61-CCDB-48D6-9C0C-63F8DC091D2D}"/>
                  </a:ext>
                </a:extLst>
              </p:cNvPr>
              <p:cNvSpPr txBox="1"/>
              <p:nvPr/>
            </p:nvSpPr>
            <p:spPr>
              <a:xfrm rot="7061917">
                <a:off x="7458510" y="1307591"/>
                <a:ext cx="145302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5 + 3 =</a:t>
                </a:r>
              </a:p>
            </p:txBody>
          </p:sp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18153B86-DEAC-4541-97C2-F90CD536F2C4}"/>
                  </a:ext>
                </a:extLst>
              </p:cNvPr>
              <p:cNvSpPr txBox="1"/>
              <p:nvPr/>
            </p:nvSpPr>
            <p:spPr>
              <a:xfrm rot="224649">
                <a:off x="4880145" y="2817756"/>
                <a:ext cx="1972759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2 + 3 =</a:t>
                </a:r>
              </a:p>
            </p:txBody>
          </p:sp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CC357A14-BD17-450C-B4DA-1922AAA7E86F}"/>
                  </a:ext>
                </a:extLst>
              </p:cNvPr>
              <p:cNvSpPr txBox="1"/>
              <p:nvPr/>
            </p:nvSpPr>
            <p:spPr>
              <a:xfrm rot="19740767">
                <a:off x="5234689" y="3657844"/>
                <a:ext cx="181142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1 + 3 =</a:t>
                </a:r>
              </a:p>
            </p:txBody>
          </p:sp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780A53B7-E351-482D-861D-C2BDF27CCC1A}"/>
                  </a:ext>
                </a:extLst>
              </p:cNvPr>
              <p:cNvSpPr txBox="1"/>
              <p:nvPr/>
            </p:nvSpPr>
            <p:spPr>
              <a:xfrm rot="9085327">
                <a:off x="8172638" y="1872915"/>
                <a:ext cx="164519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6 + 3 =</a:t>
                </a:r>
              </a:p>
            </p:txBody>
          </p:sp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D2CA3454-622A-466C-BA0C-5609BBAFC298}"/>
                  </a:ext>
                </a:extLst>
              </p:cNvPr>
              <p:cNvSpPr txBox="1"/>
              <p:nvPr/>
            </p:nvSpPr>
            <p:spPr>
              <a:xfrm rot="10984345">
                <a:off x="8381025" y="2813502"/>
                <a:ext cx="165327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7 + 3 =</a:t>
                </a:r>
              </a:p>
            </p:txBody>
          </p:sp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A23393D2-FE49-4C8E-A19D-E0437D86838B}"/>
                  </a:ext>
                </a:extLst>
              </p:cNvPr>
              <p:cNvSpPr txBox="1"/>
              <p:nvPr/>
            </p:nvSpPr>
            <p:spPr>
              <a:xfrm rot="13084789">
                <a:off x="7917241" y="3723001"/>
                <a:ext cx="177391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8 + 3 =</a:t>
                </a:r>
              </a:p>
            </p:txBody>
          </p:sp>
        </p:grpSp>
      </p:grpSp>
      <p:sp>
        <p:nvSpPr>
          <p:cNvPr id="25" name="Seta: para a Direita Listrada 24">
            <a:extLst>
              <a:ext uri="{FF2B5EF4-FFF2-40B4-BE49-F238E27FC236}">
                <a16:creationId xmlns:a16="http://schemas.microsoft.com/office/drawing/2014/main" id="{31A37D9C-F692-4650-8581-5BBFE43081DB}"/>
              </a:ext>
            </a:extLst>
          </p:cNvPr>
          <p:cNvSpPr/>
          <p:nvPr/>
        </p:nvSpPr>
        <p:spPr>
          <a:xfrm>
            <a:off x="3384173" y="2616856"/>
            <a:ext cx="1217176" cy="408459"/>
          </a:xfrm>
          <a:prstGeom prst="stripedRightArrow">
            <a:avLst/>
          </a:prstGeom>
          <a:solidFill>
            <a:srgbClr val="6600CC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5459EA5D-026C-4B18-B6F7-C26308DB685C}"/>
              </a:ext>
            </a:extLst>
          </p:cNvPr>
          <p:cNvSpPr/>
          <p:nvPr/>
        </p:nvSpPr>
        <p:spPr>
          <a:xfrm>
            <a:off x="801469" y="5660159"/>
            <a:ext cx="2589803" cy="914400"/>
          </a:xfrm>
          <a:prstGeom prst="roundRect">
            <a:avLst/>
          </a:prstGeom>
          <a:solidFill>
            <a:srgbClr val="FF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/>
              <a:t>Play/Stop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5F688B23-60A7-4C87-9926-C50447E10DA3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18551"/>
          <a:stretch/>
        </p:blipFill>
        <p:spPr>
          <a:xfrm>
            <a:off x="6014619" y="4677726"/>
            <a:ext cx="2523762" cy="1953447"/>
          </a:xfrm>
          <a:prstGeom prst="rect">
            <a:avLst/>
          </a:prstGeom>
        </p:spPr>
      </p:pic>
      <p:pic>
        <p:nvPicPr>
          <p:cNvPr id="21" name="Picture 6" descr="Menino bonito em seu caminho para a escola | Vetor Premium">
            <a:extLst>
              <a:ext uri="{FF2B5EF4-FFF2-40B4-BE49-F238E27FC236}">
                <a16:creationId xmlns:a16="http://schemas.microsoft.com/office/drawing/2014/main" id="{235BF8C2-1577-4652-8114-9730DC9349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766" b="95117" l="5272" r="93291">
                        <a14:foregroundMark x1="11022" y1="13163" x2="14537" y2="39915"/>
                        <a14:foregroundMark x1="15495" y1="45011" x2="15495" y2="45011"/>
                        <a14:foregroundMark x1="51118" y1="15074" x2="50958" y2="45011"/>
                        <a14:foregroundMark x1="69010" y1="16136" x2="68051" y2="47346"/>
                        <a14:foregroundMark x1="85304" y1="16561" x2="84345" y2="47558"/>
                        <a14:foregroundMark x1="90415" y1="59660" x2="87061" y2="88960"/>
                        <a14:foregroundMark x1="69968" y1="66667" x2="69968" y2="95117"/>
                        <a14:foregroundMark x1="69968" y1="95117" x2="69968" y2="95117"/>
                        <a14:foregroundMark x1="51438" y1="60934" x2="49681" y2="85350"/>
                        <a14:foregroundMark x1="32268" y1="60297" x2="32588" y2="84926"/>
                        <a14:foregroundMark x1="14537" y1="63694" x2="12460" y2="92357"/>
                        <a14:foregroundMark x1="5751" y1="89597" x2="5751" y2="89597"/>
                        <a14:foregroundMark x1="6869" y1="84289" x2="6869" y2="84289"/>
                        <a14:foregroundMark x1="8466" y1="80042" x2="5431" y2="87686"/>
                        <a14:foregroundMark x1="27796" y1="92994" x2="35783" y2="93631"/>
                        <a14:foregroundMark x1="43610" y1="91720" x2="52077" y2="91083"/>
                        <a14:foregroundMark x1="52077" y1="91083" x2="56230" y2="92994"/>
                        <a14:foregroundMark x1="58946" y1="93418" x2="58946" y2="93631"/>
                        <a14:foregroundMark x1="53674" y1="94268" x2="53674" y2="94268"/>
                        <a14:foregroundMark x1="63578" y1="80042" x2="60703" y2="83652"/>
                        <a14:foregroundMark x1="73323" y1="78769" x2="74760" y2="84076"/>
                        <a14:foregroundMark x1="93450" y1="58386" x2="91853" y2="76221"/>
                        <a14:foregroundMark x1="86422" y1="60297" x2="81310" y2="87261"/>
                        <a14:foregroundMark x1="81310" y1="75372" x2="81150" y2="83015"/>
                        <a14:foregroundMark x1="82907" y1="62208" x2="83387" y2="68577"/>
                        <a14:foregroundMark x1="90096" y1="75584" x2="90096" y2="87473"/>
                        <a14:foregroundMark x1="90096" y1="87473" x2="91853" y2="92781"/>
                        <a14:foregroundMark x1="92492" y1="92994" x2="92492" y2="92994"/>
                        <a14:foregroundMark x1="79393" y1="89384" x2="80831" y2="91083"/>
                        <a14:foregroundMark x1="56390" y1="83015" x2="56390" y2="83015"/>
                        <a14:foregroundMark x1="56390" y1="79618" x2="55751" y2="84926"/>
                        <a14:foregroundMark x1="48243" y1="61996" x2="47923" y2="72824"/>
                        <a14:foregroundMark x1="47923" y1="72824" x2="44888" y2="84289"/>
                        <a14:foregroundMark x1="45847" y1="75584" x2="43930" y2="82590"/>
                        <a14:foregroundMark x1="46486" y1="69002" x2="45687" y2="73885"/>
                        <a14:foregroundMark x1="43131" y1="90021" x2="43131" y2="90021"/>
                        <a14:foregroundMark x1="41853" y1="91083" x2="43450" y2="92357"/>
                        <a14:foregroundMark x1="41853" y1="60934" x2="40895" y2="66667"/>
                        <a14:foregroundMark x1="40575" y1="59660" x2="43131" y2="61571"/>
                        <a14:foregroundMark x1="23323" y1="60934" x2="26518" y2="68577"/>
                        <a14:foregroundMark x1="23003" y1="59236" x2="21246" y2="61996"/>
                        <a14:foregroundMark x1="13419" y1="60934" x2="12939" y2="70701"/>
                        <a14:foregroundMark x1="10224" y1="64544" x2="18371" y2="63694"/>
                        <a14:foregroundMark x1="18371" y1="63694" x2="18530" y2="76008"/>
                        <a14:foregroundMark x1="18530" y1="76008" x2="18530" y2="76221"/>
                        <a14:foregroundMark x1="18690" y1="69639" x2="18690" y2="78769"/>
                        <a14:foregroundMark x1="19489" y1="69639" x2="19010" y2="78769"/>
                        <a14:foregroundMark x1="18530" y1="60722" x2="9585" y2="60722"/>
                        <a14:foregroundMark x1="9585" y1="60722" x2="9585" y2="72399"/>
                        <a14:foregroundMark x1="9585" y1="72399" x2="10224" y2="75372"/>
                        <a14:foregroundMark x1="31629" y1="16773" x2="31150" y2="43312"/>
                        <a14:foregroundMark x1="15815" y1="15499" x2="15815" y2="15924"/>
                        <a14:foregroundMark x1="14537" y1="18896" x2="14217" y2="22930"/>
                        <a14:foregroundMark x1="20288" y1="30573" x2="16933" y2="34820"/>
                        <a14:foregroundMark x1="20288" y1="29299" x2="21725" y2="32909"/>
                        <a14:foregroundMark x1="18530" y1="28238" x2="18530" y2="28238"/>
                        <a14:foregroundMark x1="16294" y1="20807" x2="16294" y2="20807"/>
                        <a14:foregroundMark x1="21086" y1="42675" x2="21086" y2="42675"/>
                        <a14:foregroundMark x1="19010" y1="38854" x2="19329" y2="47983"/>
                        <a14:foregroundMark x1="19968" y1="38854" x2="19968" y2="38854"/>
                        <a14:foregroundMark x1="19968" y1="37580" x2="21086" y2="41826"/>
                        <a14:foregroundMark x1="22843" y1="41826" x2="22843" y2="41826"/>
                        <a14:foregroundMark x1="11502" y1="31635" x2="12460" y2="44161"/>
                        <a14:foregroundMark x1="11022" y1="11465" x2="6230" y2="19108"/>
                        <a14:foregroundMark x1="8147" y1="12102" x2="14217" y2="11890"/>
                        <a14:foregroundMark x1="10383" y1="9766" x2="5911" y2="19108"/>
                        <a14:foregroundMark x1="5911" y1="19108" x2="7987" y2="24841"/>
                        <a14:foregroundMark x1="47444" y1="32909" x2="49681" y2="47983"/>
                        <a14:foregroundMark x1="54153" y1="30149" x2="54153" y2="41826"/>
                        <a14:foregroundMark x1="65495" y1="29936" x2="65495" y2="39490"/>
                        <a14:foregroundMark x1="79872" y1="32272" x2="78115" y2="42251"/>
                        <a14:foregroundMark x1="31310" y1="46285" x2="38339" y2="41614"/>
                        <a14:foregroundMark x1="25719" y1="40977" x2="26837" y2="45648"/>
                        <a14:foregroundMark x1="25080" y1="43949" x2="25080" y2="43949"/>
                        <a14:foregroundMark x1="25080" y1="42675" x2="25080" y2="42675"/>
                        <a14:foregroundMark x1="24760" y1="41826" x2="24760" y2="418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76" t="50434" r="4130" b="3496"/>
          <a:stretch/>
        </p:blipFill>
        <p:spPr bwMode="auto">
          <a:xfrm>
            <a:off x="8491479" y="5490103"/>
            <a:ext cx="3134240" cy="1098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59659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6" descr="Menino bonito em seu caminho para a escola | Vetor Premium">
            <a:extLst>
              <a:ext uri="{FF2B5EF4-FFF2-40B4-BE49-F238E27FC236}">
                <a16:creationId xmlns:a16="http://schemas.microsoft.com/office/drawing/2014/main" id="{A0A201B7-E5AC-4933-8002-75FAC175EE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766" b="95117" l="5272" r="93291">
                        <a14:foregroundMark x1="11022" y1="13163" x2="14537" y2="39915"/>
                        <a14:foregroundMark x1="15495" y1="45011" x2="15495" y2="45011"/>
                        <a14:foregroundMark x1="51118" y1="15074" x2="50958" y2="45011"/>
                        <a14:foregroundMark x1="69010" y1="16136" x2="68051" y2="47346"/>
                        <a14:foregroundMark x1="85304" y1="16561" x2="84345" y2="47558"/>
                        <a14:foregroundMark x1="90415" y1="59660" x2="87061" y2="88960"/>
                        <a14:foregroundMark x1="69968" y1="66667" x2="69968" y2="95117"/>
                        <a14:foregroundMark x1="69968" y1="95117" x2="69968" y2="95117"/>
                        <a14:foregroundMark x1="51438" y1="60934" x2="49681" y2="85350"/>
                        <a14:foregroundMark x1="32268" y1="60297" x2="32588" y2="84926"/>
                        <a14:foregroundMark x1="14537" y1="63694" x2="12460" y2="92357"/>
                        <a14:foregroundMark x1="5751" y1="89597" x2="5751" y2="89597"/>
                        <a14:foregroundMark x1="6869" y1="84289" x2="6869" y2="84289"/>
                        <a14:foregroundMark x1="8466" y1="80042" x2="5431" y2="87686"/>
                        <a14:foregroundMark x1="27796" y1="92994" x2="35783" y2="93631"/>
                        <a14:foregroundMark x1="43610" y1="91720" x2="52077" y2="91083"/>
                        <a14:foregroundMark x1="52077" y1="91083" x2="56230" y2="92994"/>
                        <a14:foregroundMark x1="58946" y1="93418" x2="58946" y2="93631"/>
                        <a14:foregroundMark x1="53674" y1="94268" x2="53674" y2="94268"/>
                        <a14:foregroundMark x1="63578" y1="80042" x2="60703" y2="83652"/>
                        <a14:foregroundMark x1="73323" y1="78769" x2="74760" y2="84076"/>
                        <a14:foregroundMark x1="93450" y1="58386" x2="91853" y2="76221"/>
                        <a14:foregroundMark x1="86422" y1="60297" x2="81310" y2="87261"/>
                        <a14:foregroundMark x1="81310" y1="75372" x2="81150" y2="83015"/>
                        <a14:foregroundMark x1="82907" y1="62208" x2="83387" y2="68577"/>
                        <a14:foregroundMark x1="90096" y1="75584" x2="90096" y2="87473"/>
                        <a14:foregroundMark x1="90096" y1="87473" x2="91853" y2="92781"/>
                        <a14:foregroundMark x1="92492" y1="92994" x2="92492" y2="92994"/>
                        <a14:foregroundMark x1="79393" y1="89384" x2="80831" y2="91083"/>
                        <a14:foregroundMark x1="56390" y1="83015" x2="56390" y2="83015"/>
                        <a14:foregroundMark x1="56390" y1="79618" x2="55751" y2="84926"/>
                        <a14:foregroundMark x1="48243" y1="61996" x2="47923" y2="72824"/>
                        <a14:foregroundMark x1="47923" y1="72824" x2="44888" y2="84289"/>
                        <a14:foregroundMark x1="45847" y1="75584" x2="43930" y2="82590"/>
                        <a14:foregroundMark x1="46486" y1="69002" x2="45687" y2="73885"/>
                        <a14:foregroundMark x1="43131" y1="90021" x2="43131" y2="90021"/>
                        <a14:foregroundMark x1="41853" y1="91083" x2="43450" y2="92357"/>
                        <a14:foregroundMark x1="41853" y1="60934" x2="40895" y2="66667"/>
                        <a14:foregroundMark x1="40575" y1="59660" x2="43131" y2="61571"/>
                        <a14:foregroundMark x1="23323" y1="60934" x2="26518" y2="68577"/>
                        <a14:foregroundMark x1="23003" y1="59236" x2="21246" y2="61996"/>
                        <a14:foregroundMark x1="13419" y1="60934" x2="12939" y2="70701"/>
                        <a14:foregroundMark x1="10224" y1="64544" x2="18371" y2="63694"/>
                        <a14:foregroundMark x1="18371" y1="63694" x2="18530" y2="76008"/>
                        <a14:foregroundMark x1="18530" y1="76008" x2="18530" y2="76221"/>
                        <a14:foregroundMark x1="18690" y1="69639" x2="18690" y2="78769"/>
                        <a14:foregroundMark x1="19489" y1="69639" x2="19010" y2="78769"/>
                        <a14:foregroundMark x1="18530" y1="60722" x2="9585" y2="60722"/>
                        <a14:foregroundMark x1="9585" y1="60722" x2="9585" y2="72399"/>
                        <a14:foregroundMark x1="9585" y1="72399" x2="10224" y2="75372"/>
                        <a14:foregroundMark x1="31629" y1="16773" x2="31150" y2="43312"/>
                        <a14:foregroundMark x1="15815" y1="15499" x2="15815" y2="15924"/>
                        <a14:foregroundMark x1="14537" y1="18896" x2="14217" y2="22930"/>
                        <a14:foregroundMark x1="20288" y1="30573" x2="16933" y2="34820"/>
                        <a14:foregroundMark x1="20288" y1="29299" x2="21725" y2="32909"/>
                        <a14:foregroundMark x1="18530" y1="28238" x2="18530" y2="28238"/>
                        <a14:foregroundMark x1="16294" y1="20807" x2="16294" y2="20807"/>
                        <a14:foregroundMark x1="21086" y1="42675" x2="21086" y2="42675"/>
                        <a14:foregroundMark x1="19010" y1="38854" x2="19329" y2="47983"/>
                        <a14:foregroundMark x1="19968" y1="38854" x2="19968" y2="38854"/>
                        <a14:foregroundMark x1="19968" y1="37580" x2="21086" y2="41826"/>
                        <a14:foregroundMark x1="22843" y1="41826" x2="22843" y2="41826"/>
                        <a14:foregroundMark x1="11502" y1="31635" x2="12460" y2="44161"/>
                        <a14:foregroundMark x1="11022" y1="11465" x2="6230" y2="19108"/>
                        <a14:foregroundMark x1="8147" y1="12102" x2="14217" y2="11890"/>
                        <a14:foregroundMark x1="10383" y1="9766" x2="5911" y2="19108"/>
                        <a14:foregroundMark x1="5911" y1="19108" x2="7987" y2="24841"/>
                        <a14:foregroundMark x1="47444" y1="32909" x2="49681" y2="47983"/>
                        <a14:foregroundMark x1="54153" y1="30149" x2="54153" y2="41826"/>
                        <a14:foregroundMark x1="65495" y1="29936" x2="65495" y2="39490"/>
                        <a14:foregroundMark x1="79872" y1="32272" x2="78115" y2="42251"/>
                        <a14:foregroundMark x1="31310" y1="46285" x2="38339" y2="41614"/>
                        <a14:foregroundMark x1="25719" y1="40977" x2="26837" y2="45648"/>
                        <a14:foregroundMark x1="25080" y1="43949" x2="25080" y2="43949"/>
                        <a14:foregroundMark x1="25080" y1="42675" x2="25080" y2="42675"/>
                        <a14:foregroundMark x1="24760" y1="41826" x2="24760" y2="418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227" t="6039" r="7071" b="51800"/>
          <a:stretch/>
        </p:blipFill>
        <p:spPr bwMode="auto">
          <a:xfrm>
            <a:off x="3384173" y="5387941"/>
            <a:ext cx="2589802" cy="1229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silly wave">
            <a:extLst>
              <a:ext uri="{FF2B5EF4-FFF2-40B4-BE49-F238E27FC236}">
                <a16:creationId xmlns:a16="http://schemas.microsoft.com/office/drawing/2014/main" id="{98D3F303-E691-4F00-8E73-16B7F50B12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750" y="1752606"/>
            <a:ext cx="3790950" cy="4878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7" name="Agrupar 26">
            <a:extLst>
              <a:ext uri="{FF2B5EF4-FFF2-40B4-BE49-F238E27FC236}">
                <a16:creationId xmlns:a16="http://schemas.microsoft.com/office/drawing/2014/main" id="{29CECBF7-2FE6-466D-BE1B-C8D3943D900F}"/>
              </a:ext>
            </a:extLst>
          </p:cNvPr>
          <p:cNvGrpSpPr/>
          <p:nvPr/>
        </p:nvGrpSpPr>
        <p:grpSpPr>
          <a:xfrm>
            <a:off x="3391272" y="0"/>
            <a:ext cx="7588235" cy="5461348"/>
            <a:chOff x="3352684" y="320560"/>
            <a:chExt cx="8128000" cy="5418667"/>
          </a:xfrm>
        </p:grpSpPr>
        <p:graphicFrame>
          <p:nvGraphicFramePr>
            <p:cNvPr id="9" name="Gráfico 8">
              <a:extLst>
                <a:ext uri="{FF2B5EF4-FFF2-40B4-BE49-F238E27FC236}">
                  <a16:creationId xmlns:a16="http://schemas.microsoft.com/office/drawing/2014/main" id="{30F7BF17-FBFD-40D6-A60E-8B0D60CE6303}"/>
                </a:ext>
              </a:extLst>
            </p:cNvPr>
            <p:cNvGraphicFramePr/>
            <p:nvPr/>
          </p:nvGraphicFramePr>
          <p:xfrm>
            <a:off x="3352684" y="320560"/>
            <a:ext cx="8128000" cy="5418667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6"/>
            </a:graphicData>
          </a:graphic>
        </p:graphicFrame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DCEEAA9F-6DB8-4766-BB73-5D2671D5171B}"/>
                </a:ext>
              </a:extLst>
            </p:cNvPr>
            <p:cNvGrpSpPr/>
            <p:nvPr/>
          </p:nvGrpSpPr>
          <p:grpSpPr>
            <a:xfrm>
              <a:off x="4832849" y="734231"/>
              <a:ext cx="5222095" cy="4563607"/>
              <a:chOff x="4880145" y="850897"/>
              <a:chExt cx="5222095" cy="4563607"/>
            </a:xfrm>
          </p:grpSpPr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1359FFB8-8163-4756-946F-47C9A2E9343A}"/>
                  </a:ext>
                </a:extLst>
              </p:cNvPr>
              <p:cNvSpPr txBox="1"/>
              <p:nvPr/>
            </p:nvSpPr>
            <p:spPr>
              <a:xfrm rot="2386048">
                <a:off x="5146316" y="1916764"/>
                <a:ext cx="1740445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6 - 3 =</a:t>
                </a:r>
              </a:p>
            </p:txBody>
          </p:sp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2AA2C9DB-B9AB-4D8A-9089-EF6DC6524DFE}"/>
                  </a:ext>
                </a:extLst>
              </p:cNvPr>
              <p:cNvSpPr txBox="1"/>
              <p:nvPr/>
            </p:nvSpPr>
            <p:spPr>
              <a:xfrm rot="4664512">
                <a:off x="6196053" y="1278435"/>
                <a:ext cx="1453020" cy="6263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7 - 3 =</a:t>
                </a:r>
              </a:p>
            </p:txBody>
          </p:sp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5EB114AD-3675-4120-8AFA-3986BF3C468E}"/>
                  </a:ext>
                </a:extLst>
              </p:cNvPr>
              <p:cNvSpPr txBox="1"/>
              <p:nvPr/>
            </p:nvSpPr>
            <p:spPr>
              <a:xfrm rot="14677954">
                <a:off x="7126174" y="4252762"/>
                <a:ext cx="1697112" cy="6263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12 - 3 =</a:t>
                </a:r>
              </a:p>
            </p:txBody>
          </p:sp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910AEF1C-BF08-488A-B379-FDF6F5F6A5E8}"/>
                  </a:ext>
                </a:extLst>
              </p:cNvPr>
              <p:cNvSpPr txBox="1"/>
              <p:nvPr/>
            </p:nvSpPr>
            <p:spPr>
              <a:xfrm rot="17468963">
                <a:off x="6009018" y="4084270"/>
                <a:ext cx="1891075" cy="6263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13 - 3 =</a:t>
                </a:r>
              </a:p>
            </p:txBody>
          </p:sp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60C48E61-CCDB-48D6-9C0C-63F8DC091D2D}"/>
                  </a:ext>
                </a:extLst>
              </p:cNvPr>
              <p:cNvSpPr txBox="1"/>
              <p:nvPr/>
            </p:nvSpPr>
            <p:spPr>
              <a:xfrm rot="7061917">
                <a:off x="7162704" y="1461188"/>
                <a:ext cx="1846954" cy="6263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8 - 3 =</a:t>
                </a:r>
              </a:p>
            </p:txBody>
          </p:sp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18153B86-DEAC-4541-97C2-F90CD536F2C4}"/>
                  </a:ext>
                </a:extLst>
              </p:cNvPr>
              <p:cNvSpPr txBox="1"/>
              <p:nvPr/>
            </p:nvSpPr>
            <p:spPr>
              <a:xfrm rot="224649">
                <a:off x="4880145" y="2817756"/>
                <a:ext cx="1972759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5 - 3 =</a:t>
                </a:r>
              </a:p>
            </p:txBody>
          </p:sp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CC357A14-BD17-450C-B4DA-1922AAA7E86F}"/>
                  </a:ext>
                </a:extLst>
              </p:cNvPr>
              <p:cNvSpPr txBox="1"/>
              <p:nvPr/>
            </p:nvSpPr>
            <p:spPr>
              <a:xfrm rot="19740767">
                <a:off x="5234689" y="3657844"/>
                <a:ext cx="181142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4 - 3 =</a:t>
                </a:r>
              </a:p>
            </p:txBody>
          </p:sp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780A53B7-E351-482D-861D-C2BDF27CCC1A}"/>
                  </a:ext>
                </a:extLst>
              </p:cNvPr>
              <p:cNvSpPr txBox="1"/>
              <p:nvPr/>
            </p:nvSpPr>
            <p:spPr>
              <a:xfrm rot="9085327">
                <a:off x="8172638" y="1872915"/>
                <a:ext cx="164519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9 - 3 =</a:t>
                </a:r>
              </a:p>
            </p:txBody>
          </p:sp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D2CA3454-622A-466C-BA0C-5609BBAFC298}"/>
                  </a:ext>
                </a:extLst>
              </p:cNvPr>
              <p:cNvSpPr txBox="1"/>
              <p:nvPr/>
            </p:nvSpPr>
            <p:spPr>
              <a:xfrm rot="10984345">
                <a:off x="8262391" y="2856457"/>
                <a:ext cx="1839849" cy="580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10 - 3 =</a:t>
                </a:r>
              </a:p>
            </p:txBody>
          </p:sp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A23393D2-FE49-4C8E-A19D-E0437D86838B}"/>
                  </a:ext>
                </a:extLst>
              </p:cNvPr>
              <p:cNvSpPr txBox="1"/>
              <p:nvPr/>
            </p:nvSpPr>
            <p:spPr>
              <a:xfrm rot="13084789">
                <a:off x="7917241" y="3723001"/>
                <a:ext cx="177391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11 - 3 =</a:t>
                </a:r>
              </a:p>
            </p:txBody>
          </p:sp>
        </p:grpSp>
      </p:grpSp>
      <p:sp>
        <p:nvSpPr>
          <p:cNvPr id="25" name="Seta: para a Direita Listrada 24">
            <a:extLst>
              <a:ext uri="{FF2B5EF4-FFF2-40B4-BE49-F238E27FC236}">
                <a16:creationId xmlns:a16="http://schemas.microsoft.com/office/drawing/2014/main" id="{31A37D9C-F692-4650-8581-5BBFE43081DB}"/>
              </a:ext>
            </a:extLst>
          </p:cNvPr>
          <p:cNvSpPr/>
          <p:nvPr/>
        </p:nvSpPr>
        <p:spPr>
          <a:xfrm>
            <a:off x="3384173" y="2616856"/>
            <a:ext cx="1217176" cy="408459"/>
          </a:xfrm>
          <a:prstGeom prst="stripedRightArrow">
            <a:avLst/>
          </a:prstGeom>
          <a:solidFill>
            <a:srgbClr val="6600CC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5459EA5D-026C-4B18-B6F7-C26308DB685C}"/>
              </a:ext>
            </a:extLst>
          </p:cNvPr>
          <p:cNvSpPr/>
          <p:nvPr/>
        </p:nvSpPr>
        <p:spPr>
          <a:xfrm>
            <a:off x="801469" y="5660159"/>
            <a:ext cx="2589803" cy="914400"/>
          </a:xfrm>
          <a:prstGeom prst="roundRect">
            <a:avLst/>
          </a:prstGeom>
          <a:solidFill>
            <a:srgbClr val="FF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/>
              <a:t>Play/Stop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5F688B23-60A7-4C87-9926-C50447E10DA3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18551"/>
          <a:stretch/>
        </p:blipFill>
        <p:spPr>
          <a:xfrm>
            <a:off x="6014619" y="4677726"/>
            <a:ext cx="2523762" cy="1953447"/>
          </a:xfrm>
          <a:prstGeom prst="rect">
            <a:avLst/>
          </a:prstGeom>
        </p:spPr>
      </p:pic>
      <p:pic>
        <p:nvPicPr>
          <p:cNvPr id="21" name="Picture 6" descr="Menino bonito em seu caminho para a escola | Vetor Premium">
            <a:extLst>
              <a:ext uri="{FF2B5EF4-FFF2-40B4-BE49-F238E27FC236}">
                <a16:creationId xmlns:a16="http://schemas.microsoft.com/office/drawing/2014/main" id="{235BF8C2-1577-4652-8114-9730DC9349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766" b="95117" l="5272" r="93291">
                        <a14:foregroundMark x1="11022" y1="13163" x2="14537" y2="39915"/>
                        <a14:foregroundMark x1="15495" y1="45011" x2="15495" y2="45011"/>
                        <a14:foregroundMark x1="51118" y1="15074" x2="50958" y2="45011"/>
                        <a14:foregroundMark x1="69010" y1="16136" x2="68051" y2="47346"/>
                        <a14:foregroundMark x1="85304" y1="16561" x2="84345" y2="47558"/>
                        <a14:foregroundMark x1="90415" y1="59660" x2="87061" y2="88960"/>
                        <a14:foregroundMark x1="69968" y1="66667" x2="69968" y2="95117"/>
                        <a14:foregroundMark x1="69968" y1="95117" x2="69968" y2="95117"/>
                        <a14:foregroundMark x1="51438" y1="60934" x2="49681" y2="85350"/>
                        <a14:foregroundMark x1="32268" y1="60297" x2="32588" y2="84926"/>
                        <a14:foregroundMark x1="14537" y1="63694" x2="12460" y2="92357"/>
                        <a14:foregroundMark x1="5751" y1="89597" x2="5751" y2="89597"/>
                        <a14:foregroundMark x1="6869" y1="84289" x2="6869" y2="84289"/>
                        <a14:foregroundMark x1="8466" y1="80042" x2="5431" y2="87686"/>
                        <a14:foregroundMark x1="27796" y1="92994" x2="35783" y2="93631"/>
                        <a14:foregroundMark x1="43610" y1="91720" x2="52077" y2="91083"/>
                        <a14:foregroundMark x1="52077" y1="91083" x2="56230" y2="92994"/>
                        <a14:foregroundMark x1="58946" y1="93418" x2="58946" y2="93631"/>
                        <a14:foregroundMark x1="53674" y1="94268" x2="53674" y2="94268"/>
                        <a14:foregroundMark x1="63578" y1="80042" x2="60703" y2="83652"/>
                        <a14:foregroundMark x1="73323" y1="78769" x2="74760" y2="84076"/>
                        <a14:foregroundMark x1="93450" y1="58386" x2="91853" y2="76221"/>
                        <a14:foregroundMark x1="86422" y1="60297" x2="81310" y2="87261"/>
                        <a14:foregroundMark x1="81310" y1="75372" x2="81150" y2="83015"/>
                        <a14:foregroundMark x1="82907" y1="62208" x2="83387" y2="68577"/>
                        <a14:foregroundMark x1="90096" y1="75584" x2="90096" y2="87473"/>
                        <a14:foregroundMark x1="90096" y1="87473" x2="91853" y2="92781"/>
                        <a14:foregroundMark x1="92492" y1="92994" x2="92492" y2="92994"/>
                        <a14:foregroundMark x1="79393" y1="89384" x2="80831" y2="91083"/>
                        <a14:foregroundMark x1="56390" y1="83015" x2="56390" y2="83015"/>
                        <a14:foregroundMark x1="56390" y1="79618" x2="55751" y2="84926"/>
                        <a14:foregroundMark x1="48243" y1="61996" x2="47923" y2="72824"/>
                        <a14:foregroundMark x1="47923" y1="72824" x2="44888" y2="84289"/>
                        <a14:foregroundMark x1="45847" y1="75584" x2="43930" y2="82590"/>
                        <a14:foregroundMark x1="46486" y1="69002" x2="45687" y2="73885"/>
                        <a14:foregroundMark x1="43131" y1="90021" x2="43131" y2="90021"/>
                        <a14:foregroundMark x1="41853" y1="91083" x2="43450" y2="92357"/>
                        <a14:foregroundMark x1="41853" y1="60934" x2="40895" y2="66667"/>
                        <a14:foregroundMark x1="40575" y1="59660" x2="43131" y2="61571"/>
                        <a14:foregroundMark x1="23323" y1="60934" x2="26518" y2="68577"/>
                        <a14:foregroundMark x1="23003" y1="59236" x2="21246" y2="61996"/>
                        <a14:foregroundMark x1="13419" y1="60934" x2="12939" y2="70701"/>
                        <a14:foregroundMark x1="10224" y1="64544" x2="18371" y2="63694"/>
                        <a14:foregroundMark x1="18371" y1="63694" x2="18530" y2="76008"/>
                        <a14:foregroundMark x1="18530" y1="76008" x2="18530" y2="76221"/>
                        <a14:foregroundMark x1="18690" y1="69639" x2="18690" y2="78769"/>
                        <a14:foregroundMark x1="19489" y1="69639" x2="19010" y2="78769"/>
                        <a14:foregroundMark x1="18530" y1="60722" x2="9585" y2="60722"/>
                        <a14:foregroundMark x1="9585" y1="60722" x2="9585" y2="72399"/>
                        <a14:foregroundMark x1="9585" y1="72399" x2="10224" y2="75372"/>
                        <a14:foregroundMark x1="31629" y1="16773" x2="31150" y2="43312"/>
                        <a14:foregroundMark x1="15815" y1="15499" x2="15815" y2="15924"/>
                        <a14:foregroundMark x1="14537" y1="18896" x2="14217" y2="22930"/>
                        <a14:foregroundMark x1="20288" y1="30573" x2="16933" y2="34820"/>
                        <a14:foregroundMark x1="20288" y1="29299" x2="21725" y2="32909"/>
                        <a14:foregroundMark x1="18530" y1="28238" x2="18530" y2="28238"/>
                        <a14:foregroundMark x1="16294" y1="20807" x2="16294" y2="20807"/>
                        <a14:foregroundMark x1="21086" y1="42675" x2="21086" y2="42675"/>
                        <a14:foregroundMark x1="19010" y1="38854" x2="19329" y2="47983"/>
                        <a14:foregroundMark x1="19968" y1="38854" x2="19968" y2="38854"/>
                        <a14:foregroundMark x1="19968" y1="37580" x2="21086" y2="41826"/>
                        <a14:foregroundMark x1="22843" y1="41826" x2="22843" y2="41826"/>
                        <a14:foregroundMark x1="11502" y1="31635" x2="12460" y2="44161"/>
                        <a14:foregroundMark x1="11022" y1="11465" x2="6230" y2="19108"/>
                        <a14:foregroundMark x1="8147" y1="12102" x2="14217" y2="11890"/>
                        <a14:foregroundMark x1="10383" y1="9766" x2="5911" y2="19108"/>
                        <a14:foregroundMark x1="5911" y1="19108" x2="7987" y2="24841"/>
                        <a14:foregroundMark x1="47444" y1="32909" x2="49681" y2="47983"/>
                        <a14:foregroundMark x1="54153" y1="30149" x2="54153" y2="41826"/>
                        <a14:foregroundMark x1="65495" y1="29936" x2="65495" y2="39490"/>
                        <a14:foregroundMark x1="79872" y1="32272" x2="78115" y2="42251"/>
                        <a14:foregroundMark x1="31310" y1="46285" x2="38339" y2="41614"/>
                        <a14:foregroundMark x1="25719" y1="40977" x2="26837" y2="45648"/>
                        <a14:foregroundMark x1="25080" y1="43949" x2="25080" y2="43949"/>
                        <a14:foregroundMark x1="25080" y1="42675" x2="25080" y2="42675"/>
                        <a14:foregroundMark x1="24760" y1="41826" x2="24760" y2="418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76" t="50434" r="4130" b="3496"/>
          <a:stretch/>
        </p:blipFill>
        <p:spPr bwMode="auto">
          <a:xfrm>
            <a:off x="8491479" y="5490103"/>
            <a:ext cx="3134240" cy="1098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30826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indefinite" fill="hold" nodeType="click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6000" r="-6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6" descr="Menino bonito em seu caminho para a escola | Vetor Premium">
            <a:extLst>
              <a:ext uri="{FF2B5EF4-FFF2-40B4-BE49-F238E27FC236}">
                <a16:creationId xmlns:a16="http://schemas.microsoft.com/office/drawing/2014/main" id="{A0A201B7-E5AC-4933-8002-75FAC175EE7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766" b="95117" l="5272" r="93291">
                        <a14:foregroundMark x1="11022" y1="13163" x2="14537" y2="39915"/>
                        <a14:foregroundMark x1="15495" y1="45011" x2="15495" y2="45011"/>
                        <a14:foregroundMark x1="51118" y1="15074" x2="50958" y2="45011"/>
                        <a14:foregroundMark x1="69010" y1="16136" x2="68051" y2="47346"/>
                        <a14:foregroundMark x1="85304" y1="16561" x2="84345" y2="47558"/>
                        <a14:foregroundMark x1="90415" y1="59660" x2="87061" y2="88960"/>
                        <a14:foregroundMark x1="69968" y1="66667" x2="69968" y2="95117"/>
                        <a14:foregroundMark x1="69968" y1="95117" x2="69968" y2="95117"/>
                        <a14:foregroundMark x1="51438" y1="60934" x2="49681" y2="85350"/>
                        <a14:foregroundMark x1="32268" y1="60297" x2="32588" y2="84926"/>
                        <a14:foregroundMark x1="14537" y1="63694" x2="12460" y2="92357"/>
                        <a14:foregroundMark x1="5751" y1="89597" x2="5751" y2="89597"/>
                        <a14:foregroundMark x1="6869" y1="84289" x2="6869" y2="84289"/>
                        <a14:foregroundMark x1="8466" y1="80042" x2="5431" y2="87686"/>
                        <a14:foregroundMark x1="27796" y1="92994" x2="35783" y2="93631"/>
                        <a14:foregroundMark x1="43610" y1="91720" x2="52077" y2="91083"/>
                        <a14:foregroundMark x1="52077" y1="91083" x2="56230" y2="92994"/>
                        <a14:foregroundMark x1="58946" y1="93418" x2="58946" y2="93631"/>
                        <a14:foregroundMark x1="53674" y1="94268" x2="53674" y2="94268"/>
                        <a14:foregroundMark x1="63578" y1="80042" x2="60703" y2="83652"/>
                        <a14:foregroundMark x1="73323" y1="78769" x2="74760" y2="84076"/>
                        <a14:foregroundMark x1="93450" y1="58386" x2="91853" y2="76221"/>
                        <a14:foregroundMark x1="86422" y1="60297" x2="81310" y2="87261"/>
                        <a14:foregroundMark x1="81310" y1="75372" x2="81150" y2="83015"/>
                        <a14:foregroundMark x1="82907" y1="62208" x2="83387" y2="68577"/>
                        <a14:foregroundMark x1="90096" y1="75584" x2="90096" y2="87473"/>
                        <a14:foregroundMark x1="90096" y1="87473" x2="91853" y2="92781"/>
                        <a14:foregroundMark x1="92492" y1="92994" x2="92492" y2="92994"/>
                        <a14:foregroundMark x1="79393" y1="89384" x2="80831" y2="91083"/>
                        <a14:foregroundMark x1="56390" y1="83015" x2="56390" y2="83015"/>
                        <a14:foregroundMark x1="56390" y1="79618" x2="55751" y2="84926"/>
                        <a14:foregroundMark x1="48243" y1="61996" x2="47923" y2="72824"/>
                        <a14:foregroundMark x1="47923" y1="72824" x2="44888" y2="84289"/>
                        <a14:foregroundMark x1="45847" y1="75584" x2="43930" y2="82590"/>
                        <a14:foregroundMark x1="46486" y1="69002" x2="45687" y2="73885"/>
                        <a14:foregroundMark x1="43131" y1="90021" x2="43131" y2="90021"/>
                        <a14:foregroundMark x1="41853" y1="91083" x2="43450" y2="92357"/>
                        <a14:foregroundMark x1="41853" y1="60934" x2="40895" y2="66667"/>
                        <a14:foregroundMark x1="40575" y1="59660" x2="43131" y2="61571"/>
                        <a14:foregroundMark x1="23323" y1="60934" x2="26518" y2="68577"/>
                        <a14:foregroundMark x1="23003" y1="59236" x2="21246" y2="61996"/>
                        <a14:foregroundMark x1="13419" y1="60934" x2="12939" y2="70701"/>
                        <a14:foregroundMark x1="10224" y1="64544" x2="18371" y2="63694"/>
                        <a14:foregroundMark x1="18371" y1="63694" x2="18530" y2="76008"/>
                        <a14:foregroundMark x1="18530" y1="76008" x2="18530" y2="76221"/>
                        <a14:foregroundMark x1="18690" y1="69639" x2="18690" y2="78769"/>
                        <a14:foregroundMark x1="19489" y1="69639" x2="19010" y2="78769"/>
                        <a14:foregroundMark x1="18530" y1="60722" x2="9585" y2="60722"/>
                        <a14:foregroundMark x1="9585" y1="60722" x2="9585" y2="72399"/>
                        <a14:foregroundMark x1="9585" y1="72399" x2="10224" y2="75372"/>
                        <a14:foregroundMark x1="31629" y1="16773" x2="31150" y2="43312"/>
                        <a14:foregroundMark x1="15815" y1="15499" x2="15815" y2="15924"/>
                        <a14:foregroundMark x1="14537" y1="18896" x2="14217" y2="22930"/>
                        <a14:foregroundMark x1="20288" y1="30573" x2="16933" y2="34820"/>
                        <a14:foregroundMark x1="20288" y1="29299" x2="21725" y2="32909"/>
                        <a14:foregroundMark x1="18530" y1="28238" x2="18530" y2="28238"/>
                        <a14:foregroundMark x1="16294" y1="20807" x2="16294" y2="20807"/>
                        <a14:foregroundMark x1="21086" y1="42675" x2="21086" y2="42675"/>
                        <a14:foregroundMark x1="19010" y1="38854" x2="19329" y2="47983"/>
                        <a14:foregroundMark x1="19968" y1="38854" x2="19968" y2="38854"/>
                        <a14:foregroundMark x1="19968" y1="37580" x2="21086" y2="41826"/>
                        <a14:foregroundMark x1="22843" y1="41826" x2="22843" y2="41826"/>
                        <a14:foregroundMark x1="11502" y1="31635" x2="12460" y2="44161"/>
                        <a14:foregroundMark x1="11022" y1="11465" x2="6230" y2="19108"/>
                        <a14:foregroundMark x1="8147" y1="12102" x2="14217" y2="11890"/>
                        <a14:foregroundMark x1="10383" y1="9766" x2="5911" y2="19108"/>
                        <a14:foregroundMark x1="5911" y1="19108" x2="7987" y2="24841"/>
                        <a14:foregroundMark x1="47444" y1="32909" x2="49681" y2="47983"/>
                        <a14:foregroundMark x1="54153" y1="30149" x2="54153" y2="41826"/>
                        <a14:foregroundMark x1="65495" y1="29936" x2="65495" y2="39490"/>
                        <a14:foregroundMark x1="79872" y1="32272" x2="78115" y2="42251"/>
                        <a14:foregroundMark x1="31310" y1="46285" x2="38339" y2="41614"/>
                        <a14:foregroundMark x1="25719" y1="40977" x2="26837" y2="45648"/>
                        <a14:foregroundMark x1="25080" y1="43949" x2="25080" y2="43949"/>
                        <a14:foregroundMark x1="25080" y1="42675" x2="25080" y2="42675"/>
                        <a14:foregroundMark x1="24760" y1="41826" x2="24760" y2="418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3227" t="6039" r="7071" b="51800"/>
          <a:stretch/>
        </p:blipFill>
        <p:spPr bwMode="auto">
          <a:xfrm>
            <a:off x="3384173" y="5387941"/>
            <a:ext cx="2589802" cy="12294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silly wave">
            <a:extLst>
              <a:ext uri="{FF2B5EF4-FFF2-40B4-BE49-F238E27FC236}">
                <a16:creationId xmlns:a16="http://schemas.microsoft.com/office/drawing/2014/main" id="{98D3F303-E691-4F00-8E73-16B7F50B12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750" y="1752606"/>
            <a:ext cx="3790950" cy="48785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7" name="Agrupar 26">
            <a:extLst>
              <a:ext uri="{FF2B5EF4-FFF2-40B4-BE49-F238E27FC236}">
                <a16:creationId xmlns:a16="http://schemas.microsoft.com/office/drawing/2014/main" id="{29CECBF7-2FE6-466D-BE1B-C8D3943D900F}"/>
              </a:ext>
            </a:extLst>
          </p:cNvPr>
          <p:cNvGrpSpPr/>
          <p:nvPr/>
        </p:nvGrpSpPr>
        <p:grpSpPr>
          <a:xfrm>
            <a:off x="3391272" y="0"/>
            <a:ext cx="7588235" cy="5461348"/>
            <a:chOff x="3352684" y="320560"/>
            <a:chExt cx="8128000" cy="5418667"/>
          </a:xfrm>
        </p:grpSpPr>
        <p:graphicFrame>
          <p:nvGraphicFramePr>
            <p:cNvPr id="9" name="Gráfico 8">
              <a:extLst>
                <a:ext uri="{FF2B5EF4-FFF2-40B4-BE49-F238E27FC236}">
                  <a16:creationId xmlns:a16="http://schemas.microsoft.com/office/drawing/2014/main" id="{30F7BF17-FBFD-40D6-A60E-8B0D60CE6303}"/>
                </a:ext>
              </a:extLst>
            </p:cNvPr>
            <p:cNvGraphicFramePr/>
            <p:nvPr/>
          </p:nvGraphicFramePr>
          <p:xfrm>
            <a:off x="3352684" y="320560"/>
            <a:ext cx="8128000" cy="5418667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7"/>
            </a:graphicData>
          </a:graphic>
        </p:graphicFrame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DCEEAA9F-6DB8-4766-BB73-5D2671D5171B}"/>
                </a:ext>
              </a:extLst>
            </p:cNvPr>
            <p:cNvGrpSpPr/>
            <p:nvPr/>
          </p:nvGrpSpPr>
          <p:grpSpPr>
            <a:xfrm>
              <a:off x="4832849" y="734231"/>
              <a:ext cx="5222095" cy="4563607"/>
              <a:chOff x="4880145" y="850897"/>
              <a:chExt cx="5222095" cy="4563607"/>
            </a:xfrm>
          </p:grpSpPr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1359FFB8-8163-4756-946F-47C9A2E9343A}"/>
                  </a:ext>
                </a:extLst>
              </p:cNvPr>
              <p:cNvSpPr txBox="1"/>
              <p:nvPr/>
            </p:nvSpPr>
            <p:spPr>
              <a:xfrm rot="2386048">
                <a:off x="5146316" y="1916764"/>
                <a:ext cx="1740445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6 x 3 =</a:t>
                </a:r>
              </a:p>
            </p:txBody>
          </p:sp>
          <p:sp>
            <p:nvSpPr>
              <p:cNvPr id="11" name="CaixaDeTexto 10">
                <a:extLst>
                  <a:ext uri="{FF2B5EF4-FFF2-40B4-BE49-F238E27FC236}">
                    <a16:creationId xmlns:a16="http://schemas.microsoft.com/office/drawing/2014/main" id="{2AA2C9DB-B9AB-4D8A-9089-EF6DC6524DFE}"/>
                  </a:ext>
                </a:extLst>
              </p:cNvPr>
              <p:cNvSpPr txBox="1"/>
              <p:nvPr/>
            </p:nvSpPr>
            <p:spPr>
              <a:xfrm rot="4664512">
                <a:off x="6196053" y="1278435"/>
                <a:ext cx="1453020" cy="6263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7 x 3 =</a:t>
                </a:r>
              </a:p>
            </p:txBody>
          </p:sp>
          <p:sp>
            <p:nvSpPr>
              <p:cNvPr id="12" name="CaixaDeTexto 11">
                <a:extLst>
                  <a:ext uri="{FF2B5EF4-FFF2-40B4-BE49-F238E27FC236}">
                    <a16:creationId xmlns:a16="http://schemas.microsoft.com/office/drawing/2014/main" id="{5EB114AD-3675-4120-8AFA-3986BF3C468E}"/>
                  </a:ext>
                </a:extLst>
              </p:cNvPr>
              <p:cNvSpPr txBox="1"/>
              <p:nvPr/>
            </p:nvSpPr>
            <p:spPr>
              <a:xfrm rot="14677954">
                <a:off x="7126174" y="4252762"/>
                <a:ext cx="1697112" cy="6263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3200">
                    <a:latin typeface="Arial" panose="020B0604020202020204" pitchFamily="34" charset="0"/>
                    <a:cs typeface="Arial" panose="020B0604020202020204" pitchFamily="34" charset="0"/>
                  </a:rPr>
                  <a:t>2 </a:t>
                </a:r>
                <a:r>
                  <a:rPr lang="pt-BR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x</a:t>
                </a:r>
                <a:r>
                  <a:rPr lang="pt-BR" sz="320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pt-BR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3 =</a:t>
                </a:r>
              </a:p>
            </p:txBody>
          </p:sp>
          <p:sp>
            <p:nvSpPr>
              <p:cNvPr id="13" name="CaixaDeTexto 12">
                <a:extLst>
                  <a:ext uri="{FF2B5EF4-FFF2-40B4-BE49-F238E27FC236}">
                    <a16:creationId xmlns:a16="http://schemas.microsoft.com/office/drawing/2014/main" id="{910AEF1C-BF08-488A-B379-FDF6F5F6A5E8}"/>
                  </a:ext>
                </a:extLst>
              </p:cNvPr>
              <p:cNvSpPr txBox="1"/>
              <p:nvPr/>
            </p:nvSpPr>
            <p:spPr>
              <a:xfrm rot="17468963">
                <a:off x="6009018" y="4084270"/>
                <a:ext cx="1891075" cy="6263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3 x 3 =</a:t>
                </a:r>
              </a:p>
            </p:txBody>
          </p:sp>
          <p:sp>
            <p:nvSpPr>
              <p:cNvPr id="14" name="CaixaDeTexto 13">
                <a:extLst>
                  <a:ext uri="{FF2B5EF4-FFF2-40B4-BE49-F238E27FC236}">
                    <a16:creationId xmlns:a16="http://schemas.microsoft.com/office/drawing/2014/main" id="{60C48E61-CCDB-48D6-9C0C-63F8DC091D2D}"/>
                  </a:ext>
                </a:extLst>
              </p:cNvPr>
              <p:cNvSpPr txBox="1"/>
              <p:nvPr/>
            </p:nvSpPr>
            <p:spPr>
              <a:xfrm rot="7061917">
                <a:off x="7162704" y="1461188"/>
                <a:ext cx="1846954" cy="62637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8 x 3 =</a:t>
                </a:r>
              </a:p>
            </p:txBody>
          </p:sp>
          <p:sp>
            <p:nvSpPr>
              <p:cNvPr id="15" name="CaixaDeTexto 14">
                <a:extLst>
                  <a:ext uri="{FF2B5EF4-FFF2-40B4-BE49-F238E27FC236}">
                    <a16:creationId xmlns:a16="http://schemas.microsoft.com/office/drawing/2014/main" id="{18153B86-DEAC-4541-97C2-F90CD536F2C4}"/>
                  </a:ext>
                </a:extLst>
              </p:cNvPr>
              <p:cNvSpPr txBox="1"/>
              <p:nvPr/>
            </p:nvSpPr>
            <p:spPr>
              <a:xfrm rot="224649">
                <a:off x="4880145" y="2817756"/>
                <a:ext cx="1972759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5 x 3 =</a:t>
                </a:r>
              </a:p>
            </p:txBody>
          </p:sp>
          <p:sp>
            <p:nvSpPr>
              <p:cNvPr id="16" name="CaixaDeTexto 15">
                <a:extLst>
                  <a:ext uri="{FF2B5EF4-FFF2-40B4-BE49-F238E27FC236}">
                    <a16:creationId xmlns:a16="http://schemas.microsoft.com/office/drawing/2014/main" id="{CC357A14-BD17-450C-B4DA-1922AAA7E86F}"/>
                  </a:ext>
                </a:extLst>
              </p:cNvPr>
              <p:cNvSpPr txBox="1"/>
              <p:nvPr/>
            </p:nvSpPr>
            <p:spPr>
              <a:xfrm rot="19740767">
                <a:off x="5234689" y="3657844"/>
                <a:ext cx="1811426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4 x 3 =</a:t>
                </a:r>
              </a:p>
            </p:txBody>
          </p:sp>
          <p:sp>
            <p:nvSpPr>
              <p:cNvPr id="17" name="CaixaDeTexto 16">
                <a:extLst>
                  <a:ext uri="{FF2B5EF4-FFF2-40B4-BE49-F238E27FC236}">
                    <a16:creationId xmlns:a16="http://schemas.microsoft.com/office/drawing/2014/main" id="{780A53B7-E351-482D-861D-C2BDF27CCC1A}"/>
                  </a:ext>
                </a:extLst>
              </p:cNvPr>
              <p:cNvSpPr txBox="1"/>
              <p:nvPr/>
            </p:nvSpPr>
            <p:spPr>
              <a:xfrm rot="9085327">
                <a:off x="8172638" y="1872915"/>
                <a:ext cx="1645190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9 x 3 =</a:t>
                </a:r>
              </a:p>
            </p:txBody>
          </p:sp>
          <p:sp>
            <p:nvSpPr>
              <p:cNvPr id="18" name="CaixaDeTexto 17">
                <a:extLst>
                  <a:ext uri="{FF2B5EF4-FFF2-40B4-BE49-F238E27FC236}">
                    <a16:creationId xmlns:a16="http://schemas.microsoft.com/office/drawing/2014/main" id="{D2CA3454-622A-466C-BA0C-5609BBAFC298}"/>
                  </a:ext>
                </a:extLst>
              </p:cNvPr>
              <p:cNvSpPr txBox="1"/>
              <p:nvPr/>
            </p:nvSpPr>
            <p:spPr>
              <a:xfrm rot="10984345">
                <a:off x="8262391" y="2856457"/>
                <a:ext cx="1839849" cy="58020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10 x 3 =</a:t>
                </a:r>
              </a:p>
            </p:txBody>
          </p:sp>
          <p:sp>
            <p:nvSpPr>
              <p:cNvPr id="19" name="CaixaDeTexto 18">
                <a:extLst>
                  <a:ext uri="{FF2B5EF4-FFF2-40B4-BE49-F238E27FC236}">
                    <a16:creationId xmlns:a16="http://schemas.microsoft.com/office/drawing/2014/main" id="{A23393D2-FE49-4C8E-A19D-E0437D86838B}"/>
                  </a:ext>
                </a:extLst>
              </p:cNvPr>
              <p:cNvSpPr txBox="1"/>
              <p:nvPr/>
            </p:nvSpPr>
            <p:spPr>
              <a:xfrm rot="13084789">
                <a:off x="7917241" y="3723001"/>
                <a:ext cx="1773914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sz="3200" dirty="0">
                    <a:latin typeface="Arial" panose="020B0604020202020204" pitchFamily="34" charset="0"/>
                    <a:cs typeface="Arial" panose="020B0604020202020204" pitchFamily="34" charset="0"/>
                  </a:rPr>
                  <a:t>1 x 3 =</a:t>
                </a:r>
              </a:p>
            </p:txBody>
          </p:sp>
        </p:grpSp>
      </p:grpSp>
      <p:sp>
        <p:nvSpPr>
          <p:cNvPr id="25" name="Seta: para a Direita Listrada 24">
            <a:extLst>
              <a:ext uri="{FF2B5EF4-FFF2-40B4-BE49-F238E27FC236}">
                <a16:creationId xmlns:a16="http://schemas.microsoft.com/office/drawing/2014/main" id="{31A37D9C-F692-4650-8581-5BBFE43081DB}"/>
              </a:ext>
            </a:extLst>
          </p:cNvPr>
          <p:cNvSpPr/>
          <p:nvPr/>
        </p:nvSpPr>
        <p:spPr>
          <a:xfrm>
            <a:off x="3384173" y="2616856"/>
            <a:ext cx="1217176" cy="408459"/>
          </a:xfrm>
          <a:prstGeom prst="stripedRightArrow">
            <a:avLst/>
          </a:prstGeom>
          <a:solidFill>
            <a:srgbClr val="6600CC"/>
          </a:soli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Retângulo: Cantos Arredondados 27">
            <a:extLst>
              <a:ext uri="{FF2B5EF4-FFF2-40B4-BE49-F238E27FC236}">
                <a16:creationId xmlns:a16="http://schemas.microsoft.com/office/drawing/2014/main" id="{5459EA5D-026C-4B18-B6F7-C26308DB685C}"/>
              </a:ext>
            </a:extLst>
          </p:cNvPr>
          <p:cNvSpPr/>
          <p:nvPr/>
        </p:nvSpPr>
        <p:spPr>
          <a:xfrm>
            <a:off x="801469" y="5660159"/>
            <a:ext cx="2589803" cy="914400"/>
          </a:xfrm>
          <a:prstGeom prst="roundRect">
            <a:avLst/>
          </a:prstGeom>
          <a:solidFill>
            <a:srgbClr val="FF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600" dirty="0"/>
              <a:t>Play/Stop</a:t>
            </a: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5F688B23-60A7-4C87-9926-C50447E10DA3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t="18551"/>
          <a:stretch/>
        </p:blipFill>
        <p:spPr>
          <a:xfrm>
            <a:off x="6014619" y="4677726"/>
            <a:ext cx="2523762" cy="1953447"/>
          </a:xfrm>
          <a:prstGeom prst="rect">
            <a:avLst/>
          </a:prstGeom>
        </p:spPr>
      </p:pic>
      <p:pic>
        <p:nvPicPr>
          <p:cNvPr id="21" name="Picture 6" descr="Menino bonito em seu caminho para a escola | Vetor Premium">
            <a:extLst>
              <a:ext uri="{FF2B5EF4-FFF2-40B4-BE49-F238E27FC236}">
                <a16:creationId xmlns:a16="http://schemas.microsoft.com/office/drawing/2014/main" id="{235BF8C2-1577-4652-8114-9730DC93492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766" b="95117" l="5272" r="93291">
                        <a14:foregroundMark x1="11022" y1="13163" x2="14537" y2="39915"/>
                        <a14:foregroundMark x1="15495" y1="45011" x2="15495" y2="45011"/>
                        <a14:foregroundMark x1="51118" y1="15074" x2="50958" y2="45011"/>
                        <a14:foregroundMark x1="69010" y1="16136" x2="68051" y2="47346"/>
                        <a14:foregroundMark x1="85304" y1="16561" x2="84345" y2="47558"/>
                        <a14:foregroundMark x1="90415" y1="59660" x2="87061" y2="88960"/>
                        <a14:foregroundMark x1="69968" y1="66667" x2="69968" y2="95117"/>
                        <a14:foregroundMark x1="69968" y1="95117" x2="69968" y2="95117"/>
                        <a14:foregroundMark x1="51438" y1="60934" x2="49681" y2="85350"/>
                        <a14:foregroundMark x1="32268" y1="60297" x2="32588" y2="84926"/>
                        <a14:foregroundMark x1="14537" y1="63694" x2="12460" y2="92357"/>
                        <a14:foregroundMark x1="5751" y1="89597" x2="5751" y2="89597"/>
                        <a14:foregroundMark x1="6869" y1="84289" x2="6869" y2="84289"/>
                        <a14:foregroundMark x1="8466" y1="80042" x2="5431" y2="87686"/>
                        <a14:foregroundMark x1="27796" y1="92994" x2="35783" y2="93631"/>
                        <a14:foregroundMark x1="43610" y1="91720" x2="52077" y2="91083"/>
                        <a14:foregroundMark x1="52077" y1="91083" x2="56230" y2="92994"/>
                        <a14:foregroundMark x1="58946" y1="93418" x2="58946" y2="93631"/>
                        <a14:foregroundMark x1="53674" y1="94268" x2="53674" y2="94268"/>
                        <a14:foregroundMark x1="63578" y1="80042" x2="60703" y2="83652"/>
                        <a14:foregroundMark x1="73323" y1="78769" x2="74760" y2="84076"/>
                        <a14:foregroundMark x1="93450" y1="58386" x2="91853" y2="76221"/>
                        <a14:foregroundMark x1="86422" y1="60297" x2="81310" y2="87261"/>
                        <a14:foregroundMark x1="81310" y1="75372" x2="81150" y2="83015"/>
                        <a14:foregroundMark x1="82907" y1="62208" x2="83387" y2="68577"/>
                        <a14:foregroundMark x1="90096" y1="75584" x2="90096" y2="87473"/>
                        <a14:foregroundMark x1="90096" y1="87473" x2="91853" y2="92781"/>
                        <a14:foregroundMark x1="92492" y1="92994" x2="92492" y2="92994"/>
                        <a14:foregroundMark x1="79393" y1="89384" x2="80831" y2="91083"/>
                        <a14:foregroundMark x1="56390" y1="83015" x2="56390" y2="83015"/>
                        <a14:foregroundMark x1="56390" y1="79618" x2="55751" y2="84926"/>
                        <a14:foregroundMark x1="48243" y1="61996" x2="47923" y2="72824"/>
                        <a14:foregroundMark x1="47923" y1="72824" x2="44888" y2="84289"/>
                        <a14:foregroundMark x1="45847" y1="75584" x2="43930" y2="82590"/>
                        <a14:foregroundMark x1="46486" y1="69002" x2="45687" y2="73885"/>
                        <a14:foregroundMark x1="43131" y1="90021" x2="43131" y2="90021"/>
                        <a14:foregroundMark x1="41853" y1="91083" x2="43450" y2="92357"/>
                        <a14:foregroundMark x1="41853" y1="60934" x2="40895" y2="66667"/>
                        <a14:foregroundMark x1="40575" y1="59660" x2="43131" y2="61571"/>
                        <a14:foregroundMark x1="23323" y1="60934" x2="26518" y2="68577"/>
                        <a14:foregroundMark x1="23003" y1="59236" x2="21246" y2="61996"/>
                        <a14:foregroundMark x1="13419" y1="60934" x2="12939" y2="70701"/>
                        <a14:foregroundMark x1="10224" y1="64544" x2="18371" y2="63694"/>
                        <a14:foregroundMark x1="18371" y1="63694" x2="18530" y2="76008"/>
                        <a14:foregroundMark x1="18530" y1="76008" x2="18530" y2="76221"/>
                        <a14:foregroundMark x1="18690" y1="69639" x2="18690" y2="78769"/>
                        <a14:foregroundMark x1="19489" y1="69639" x2="19010" y2="78769"/>
                        <a14:foregroundMark x1="18530" y1="60722" x2="9585" y2="60722"/>
                        <a14:foregroundMark x1="9585" y1="60722" x2="9585" y2="72399"/>
                        <a14:foregroundMark x1="9585" y1="72399" x2="10224" y2="75372"/>
                        <a14:foregroundMark x1="31629" y1="16773" x2="31150" y2="43312"/>
                        <a14:foregroundMark x1="15815" y1="15499" x2="15815" y2="15924"/>
                        <a14:foregroundMark x1="14537" y1="18896" x2="14217" y2="22930"/>
                        <a14:foregroundMark x1="20288" y1="30573" x2="16933" y2="34820"/>
                        <a14:foregroundMark x1="20288" y1="29299" x2="21725" y2="32909"/>
                        <a14:foregroundMark x1="18530" y1="28238" x2="18530" y2="28238"/>
                        <a14:foregroundMark x1="16294" y1="20807" x2="16294" y2="20807"/>
                        <a14:foregroundMark x1="21086" y1="42675" x2="21086" y2="42675"/>
                        <a14:foregroundMark x1="19010" y1="38854" x2="19329" y2="47983"/>
                        <a14:foregroundMark x1="19968" y1="38854" x2="19968" y2="38854"/>
                        <a14:foregroundMark x1="19968" y1="37580" x2="21086" y2="41826"/>
                        <a14:foregroundMark x1="22843" y1="41826" x2="22843" y2="41826"/>
                        <a14:foregroundMark x1="11502" y1="31635" x2="12460" y2="44161"/>
                        <a14:foregroundMark x1="11022" y1="11465" x2="6230" y2="19108"/>
                        <a14:foregroundMark x1="8147" y1="12102" x2="14217" y2="11890"/>
                        <a14:foregroundMark x1="10383" y1="9766" x2="5911" y2="19108"/>
                        <a14:foregroundMark x1="5911" y1="19108" x2="7987" y2="24841"/>
                        <a14:foregroundMark x1="47444" y1="32909" x2="49681" y2="47983"/>
                        <a14:foregroundMark x1="54153" y1="30149" x2="54153" y2="41826"/>
                        <a14:foregroundMark x1="65495" y1="29936" x2="65495" y2="39490"/>
                        <a14:foregroundMark x1="79872" y1="32272" x2="78115" y2="42251"/>
                        <a14:foregroundMark x1="31310" y1="46285" x2="38339" y2="41614"/>
                        <a14:foregroundMark x1="25719" y1="40977" x2="26837" y2="45648"/>
                        <a14:foregroundMark x1="25080" y1="43949" x2="25080" y2="43949"/>
                        <a14:foregroundMark x1="25080" y1="42675" x2="25080" y2="42675"/>
                        <a14:foregroundMark x1="24760" y1="41826" x2="24760" y2="41826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2176" t="50434" r="4130" b="3496"/>
          <a:stretch/>
        </p:blipFill>
        <p:spPr bwMode="auto">
          <a:xfrm>
            <a:off x="8491479" y="5490103"/>
            <a:ext cx="3134240" cy="1098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10211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repeatCount="1250" fill="hold" nodeType="clickEffect">
                                  <p:stCondLst>
                                    <p:cond delay="40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130</Words>
  <Application>Microsoft Office PowerPoint</Application>
  <PresentationFormat>Widescreen</PresentationFormat>
  <Paragraphs>34</Paragraphs>
  <Slides>3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</vt:i4>
      </vt:variant>
    </vt:vector>
  </HeadingPairs>
  <TitlesOfParts>
    <vt:vector size="8" baseType="lpstr">
      <vt:lpstr>Aptos</vt:lpstr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arnaldo macedo vieira</dc:creator>
  <cp:lastModifiedBy>arnaldo macedo vieira</cp:lastModifiedBy>
  <cp:revision>5</cp:revision>
  <dcterms:created xsi:type="dcterms:W3CDTF">2021-03-30T13:26:11Z</dcterms:created>
  <dcterms:modified xsi:type="dcterms:W3CDTF">2026-09-09T02:16:15Z</dcterms:modified>
</cp:coreProperties>
</file>